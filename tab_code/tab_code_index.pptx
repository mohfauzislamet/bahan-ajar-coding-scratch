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40280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DBF5"/>
                </a:solidFill>
                <a:latin typeface="Arial"/>
              </a:rPr>
              <a:t>BAHAN AJAR INFORMATIKA  ·  SD-SMP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Tab Code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DE8F9"/>
                </a:solidFill>
                <a:latin typeface="Arial"/>
              </a:rPr>
              <a:t>Penjelasan lengkap 9 kategori blok  ·  125 blok inti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DAFTAR DEK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Sembilan Kategori Blok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5877"/>
                <a:gridCol w="3550212"/>
                <a:gridCol w="3328324"/>
              </a:tblGrid>
              <a:tr h="48280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Kategori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Jumlah blok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Tingkat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Motion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18 blok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Dasar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Looks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21 blok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Dasar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Sound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9 blok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Dasar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Events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9 blok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Dasar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11 blok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Menengah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Sensing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18 blok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Menengah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Operators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18 blok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Menengah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Variables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5 + 12 blok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Menengah–Lanjut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8280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My Blocks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Dibuat sendiri oleh pengguna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Lanjut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Index Tab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KONSEP DASAR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Enam Bentuk Blok = Tata Bahasa Scratch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162"/>
                <a:gridCol w="2440771"/>
                <a:gridCol w="3661156"/>
                <a:gridCol w="3328324"/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Bentuk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Ciri fisik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Aturan pemasangan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Contoh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Hat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Atas melengkung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Hanya di paling atas script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when green flag clicked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Stack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Takik atas &amp; bawah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Ditumpuk atas–bawah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move (10) steps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C-Block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Huruf C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Membungkus blok lain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repeat (10)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Reporter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Oval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Masuk ke lubang oval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(x position)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Boolean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Segi enam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Masuk ke lubang segi enam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&lt;touching (edge)?&gt;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Cap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Bawah rata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Penutup, tak bisa disambung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stop (all)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Index Tab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BUKAN URUT KATEGORI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Urutan Mengajar yang Disarankan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441"/>
                <a:gridCol w="5325319"/>
                <a:gridCol w="4659654"/>
              </a:tblGrid>
              <a:tr h="37138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Tahap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Kategori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Fokus konsep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</a:tr>
              <a:tr h="37138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Events (when green flag clicked)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Pemicu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7138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Motion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Urutan (sequence), koordinat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37138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Looks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Animasi, kostum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7138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Sound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Media &amp; sinkronisasi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37138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Control (repeat, forever, wait)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Perulangan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7138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Sensing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Input &amp; deteksi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37138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Control (if / if-else) + Operators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Percabangan &amp; logika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7138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Variables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Penyimpanan data, skor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37138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Events (broadcast)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Komunikasi antar objek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7138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Control (klon)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Objek dinamis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37138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Variables (List)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Struktur data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713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My Blocks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Prosedur &amp; abstraksi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Index Tab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PEGANGAN GURU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Enam Aturan yang Berlaku di Semua Kategori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1.  Klik blok di palet = uji coba sekali jalan, tidak menambah kode ke proyek.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2.  Blok menempel pada sprite yang sedang dipilih — ganti sprite, area kode ikut berganti.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3.  Blok Motion tidak tersedia untuk Stage karena panggung tidak bisa bergerak.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4.  Lubang angka bisa diisi blok reporter: move (pick random 1 to 10) steps.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5.  Perbandingan teks tidak membedakan huruf besar-kecil: [Halo] = [halo] bernilai benar.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6.  Semua penomoran di Scratch (item list, huruf, kostum) dimulai dari 1, bukan 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Index Tab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