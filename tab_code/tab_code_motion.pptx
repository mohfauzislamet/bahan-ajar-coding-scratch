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0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4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7E8FF"/>
                </a:solidFill>
                <a:latin typeface="Arial"/>
              </a:rPr>
              <a:t>BAHAN AJAR SCRATCH  |  TAB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Motion (Gerak)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4EFFF"/>
                </a:solidFill>
                <a:latin typeface="Arial"/>
              </a:rPr>
              <a:t>18 blok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Menggerakkan dan menempatkan sprite di panggung.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Hanya untuk Sprite. Bila Stage dipilih, kategori ini kosong — panggung tidak bisa bergerak.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(GERAK)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Peta Kategori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C97FF"/>
                </a:solidFill>
                <a:latin typeface="Arial"/>
              </a:rPr>
              <a:t>Gerak relatif (dari posisi sekarang)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move, turn right, turn left, change x by, change y 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3319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C97FF"/>
                </a:solidFill>
                <a:latin typeface="Arial"/>
              </a:rPr>
              <a:t>Gerak absolut (ke tempat tertentu)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go to, go to x y, set x to, set y to, point in direction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C97FF"/>
                </a:solidFill>
                <a:latin typeface="Arial"/>
              </a:rPr>
              <a:t>Gerak halus berdurasi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glide to, glide to x 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3319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C97FF"/>
                </a:solidFill>
                <a:latin typeface="Arial"/>
              </a:rPr>
              <a:t>Mengikuti target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point towards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803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C97FF"/>
                </a:solidFill>
                <a:latin typeface="Arial"/>
              </a:rPr>
              <a:t>Pengaturan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if on edge bounce, set rotation style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3703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3803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C97FF"/>
                </a:solidFill>
                <a:latin typeface="Arial"/>
              </a:rPr>
              <a:t>Pelapor nilai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x position, y position, direction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6577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26A00"/>
                </a:solidFill>
                <a:latin typeface="Arial"/>
              </a:rPr>
              <a:t>Bekal wajib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Panggung 480x360.  x: -240 s.d. 240,  y: -180 s.d. 180, pusat (0,0).  Arah: 90 = kanan, 0 = atas, 180 = bawah, -90 = kiri.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move (10)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Jalan saat panah kanan ditekan</a:t>
            </a:r>
          </a:p>
        </p:txBody>
      </p:sp>
      <p:pic>
        <p:nvPicPr>
          <p:cNvPr id="8" name="Picture 7" descr="0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691725" cy="19008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90339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Mundur pakai angka negatif</a:t>
            </a:r>
          </a:p>
        </p:txBody>
      </p:sp>
      <p:pic>
        <p:nvPicPr>
          <p:cNvPr id="10" name="Picture 9" descr="0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122849"/>
            <a:ext cx="1137739" cy="4023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68981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Menggambar persegi</a:t>
            </a:r>
          </a:p>
        </p:txBody>
      </p:sp>
      <p:pic>
        <p:nvPicPr>
          <p:cNvPr id="12" name="Picture 11" descr="0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09268"/>
            <a:ext cx="1477673" cy="1290363"/>
          </a:xfrm>
          <a:prstGeom prst="rect">
            <a:avLst/>
          </a:prstGeom>
        </p:spPr>
      </p:pic>
      <p:pic>
        <p:nvPicPr>
          <p:cNvPr id="13" name="Picture 12" descr="01-move-ste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28752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maju ke depan sejauh 10 titik, mengikuti ke mana sprite sedang menghadap.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Memajukan sprite sesuai ARAH HADAPNYA sejauh N piksel.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10 = jumlah piksel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Boleh negatif (mundur), boleh desimal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44211"/>
            <a:ext cx="5532120" cy="145542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890515"/>
            <a:ext cx="5093208" cy="11628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"steps" berarti PIKSEL, bukan langkah kaki. Arahnya mengikuti nilai direction — kalau sprite menghadap 0 (atas), move 100 membuatnya naik, bukan ke kanan.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turn right (15) degrees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Berputar satu lingkaran penuh</a:t>
            </a:r>
          </a:p>
        </p:txBody>
      </p:sp>
      <p:pic>
        <p:nvPicPr>
          <p:cNvPr id="8" name="Picture 7" descr="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685980" cy="1092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09486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Jarum jam berdetak</a:t>
            </a:r>
          </a:p>
        </p:txBody>
      </p:sp>
      <p:pic>
        <p:nvPicPr>
          <p:cNvPr id="10" name="Picture 9" descr="0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314317"/>
            <a:ext cx="1685980" cy="14089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88785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Belok acak saat kena tepi</a:t>
            </a:r>
          </a:p>
        </p:txBody>
      </p:sp>
      <p:pic>
        <p:nvPicPr>
          <p:cNvPr id="12" name="Picture 11" descr="0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07306"/>
            <a:ext cx="3237398" cy="1092325"/>
          </a:xfrm>
          <a:prstGeom prst="rect">
            <a:avLst/>
          </a:prstGeom>
        </p:spPr>
      </p:pic>
      <p:pic>
        <p:nvPicPr>
          <p:cNvPr id="13" name="Picture 12" descr="02-turn-kanan-degre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86664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memutar badan sprite ke kanan sebesar 15 derajat.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Memutar sprite searah jarum jam.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15 = besar sudut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Nilai negatif memutar ke arah sebaliknya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36185"/>
            <a:ext cx="5532120" cy="166344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82489"/>
            <a:ext cx="5093208" cy="1370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Rumus menggambar segi-n:  repeat (n) + turn right (360/n) degrees.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turn left (15) degrees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Segitiga ke arah kiri</a:t>
            </a:r>
          </a:p>
        </p:txBody>
      </p:sp>
      <p:pic>
        <p:nvPicPr>
          <p:cNvPr id="8" name="Picture 7" descr="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945316" cy="16372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Menengok lalu kembali</a:t>
            </a:r>
          </a:p>
        </p:txBody>
      </p:sp>
      <p:pic>
        <p:nvPicPr>
          <p:cNvPr id="10" name="Picture 9" descr="0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742862" cy="13555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358095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Setir ke kiri</a:t>
            </a:r>
          </a:p>
        </p:txBody>
      </p:sp>
      <p:pic>
        <p:nvPicPr>
          <p:cNvPr id="12" name="Picture 11" descr="0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577551"/>
            <a:ext cx="2438247" cy="1073885"/>
          </a:xfrm>
          <a:prstGeom prst="rect">
            <a:avLst/>
          </a:prstGeom>
        </p:spPr>
      </p:pic>
      <p:pic>
        <p:nvPicPr>
          <p:cNvPr id="13" name="Picture 12" descr="03-turn-kiri-degre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86664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memutar badan sprite ke kiri sebesar 15 derajat.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Memutar sprite berlawanan arah jarum jam.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Sama dengan blok sebelumnya, arah berlawanan.  turn left 90 = turn right -90.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go to (random position)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Muncul di tempat acak terus-menerus</a:t>
            </a:r>
          </a:p>
        </p:txBody>
      </p:sp>
      <p:pic>
        <p:nvPicPr>
          <p:cNvPr id="8" name="Picture 7" descr="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17787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Pindah ke sprite lain</a:t>
            </a:r>
          </a:p>
        </p:txBody>
      </p:sp>
      <p:pic>
        <p:nvPicPr>
          <p:cNvPr id="10" name="Picture 9" descr="0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638822" cy="5795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582119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Menempel pada mouse</a:t>
            </a:r>
          </a:p>
        </p:txBody>
      </p:sp>
      <p:pic>
        <p:nvPicPr>
          <p:cNvPr id="12" name="Picture 11" descr="0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2801575"/>
            <a:ext cx="2318333" cy="1299066"/>
          </a:xfrm>
          <a:prstGeom prst="rect">
            <a:avLst/>
          </a:prstGeom>
        </p:spPr>
      </p:pic>
      <p:pic>
        <p:nvPicPr>
          <p:cNvPr id="13" name="Picture 12" descr="04-go-to-random-posi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315462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pindah kedip ke tempat yang dipilih — langsung sampai, tanpa terlihat berjalan.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Memindahkan sprite SEKETIKA (tanpa animasi) ke lokasi pilihan.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random position = tempat acak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mouse-pointer = posisi kursor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(nama sprite lain) = posisi sprite itu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72811"/>
            <a:ext cx="5532120" cy="122682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119115"/>
            <a:ext cx="5093208" cy="9342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Perpindahan instan. Untuk gerak halus gunakan glide.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go to x: (0) y: (0)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Kembali ke tengah saat mulai</a:t>
            </a:r>
          </a:p>
        </p:txBody>
      </p:sp>
      <p:pic>
        <p:nvPicPr>
          <p:cNvPr id="8" name="Picture 7" descr="0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616434" cy="10217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02432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Teleport ke titik acak</a:t>
            </a:r>
          </a:p>
        </p:txBody>
      </p:sp>
      <p:pic>
        <p:nvPicPr>
          <p:cNvPr id="10" name="Picture 9" descr="0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243779"/>
            <a:ext cx="5150815" cy="10217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43015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Garis start di kiri panggung</a:t>
            </a:r>
          </a:p>
        </p:txBody>
      </p:sp>
      <p:pic>
        <p:nvPicPr>
          <p:cNvPr id="12" name="Picture 11" descr="0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649615"/>
            <a:ext cx="1867693" cy="887782"/>
          </a:xfrm>
          <a:prstGeom prst="rect">
            <a:avLst/>
          </a:prstGeom>
        </p:spPr>
      </p:pic>
      <p:pic>
        <p:nvPicPr>
          <p:cNvPr id="13" name="Picture 12" descr="05-go-to-x-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79425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pindah kedip ke titik koordinat tertentu di panggung.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Memindahkan sprite seketika ke koordinat tertentu.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BLOK PALING PENTING UNTUK SCRIPT RESET. Tanpa ini, sprite mulai dari posisi terakhir sesi sebelumnya sehingga proyek terasa "tidak konsisten".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glide (1) secs to (random position)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Melayang halus ke tempat acak</a:t>
            </a:r>
          </a:p>
        </p:txBody>
      </p:sp>
      <p:pic>
        <p:nvPicPr>
          <p:cNvPr id="8" name="Picture 7" descr="0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880197" cy="14330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43556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Mengejar pemain dengan halus</a:t>
            </a:r>
          </a:p>
        </p:txBody>
      </p:sp>
      <p:pic>
        <p:nvPicPr>
          <p:cNvPr id="10" name="Picture 9" descr="0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655019"/>
            <a:ext cx="3152660" cy="15212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34082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Melayang ke mouse</a:t>
            </a:r>
          </a:p>
        </p:txBody>
      </p:sp>
      <p:pic>
        <p:nvPicPr>
          <p:cNvPr id="12" name="Picture 11" descr="0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560281"/>
            <a:ext cx="3615638" cy="639350"/>
          </a:xfrm>
          <a:prstGeom prst="rect">
            <a:avLst/>
          </a:prstGeom>
        </p:spPr>
      </p:pic>
      <p:pic>
        <p:nvPicPr>
          <p:cNvPr id="13" name="Picture 12" descr="06-glide-secs-to-random-posi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425696" cy="7616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67278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meluncur pelan ke tempat pilihan selama 1 detik, gerakannya terlihat.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5343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Meluncur HALUS ke lokasi pilihan selama N detik.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1 = durasi dalam detik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Dropdown sama dengan blok go 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6179"/>
            <a:ext cx="5532120" cy="1533453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812483"/>
            <a:ext cx="5093208" cy="12408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Script BERHENTI MENUNGGU sampai luncuran selesai (blocking). Jangan dipakai di dalam forever bila sprite harus tetap responsif terhadap tombol.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glide (1) secs to x: (0) y: (0)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Menyeberang panggung</a:t>
            </a:r>
          </a:p>
        </p:txBody>
      </p:sp>
      <p:pic>
        <p:nvPicPr>
          <p:cNvPr id="8" name="Picture 7" descr="0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215936" cy="7601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Bolak-balik tanpa henti</a:t>
            </a:r>
          </a:p>
        </p:txBody>
      </p:sp>
      <p:pic>
        <p:nvPicPr>
          <p:cNvPr id="10" name="Picture 9" descr="0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366534" cy="12764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279030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Makin cepat tiap putaran</a:t>
            </a:r>
          </a:p>
        </p:txBody>
      </p:sp>
      <p:pic>
        <p:nvPicPr>
          <p:cNvPr id="12" name="Picture 11" descr="0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498486"/>
            <a:ext cx="2438247" cy="2022311"/>
          </a:xfrm>
          <a:prstGeom prst="rect">
            <a:avLst/>
          </a:prstGeom>
        </p:spPr>
      </p:pic>
      <p:pic>
        <p:nvPicPr>
          <p:cNvPr id="13" name="Picture 12" descr="07-glide-secs-to-x-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343400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meluncur pelan ke titik koordinat selama 1 detik.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Meluncur halus ke koordinat tertentu. Kecepatan dihitung otomatis: jarak dibagi durasi.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5269"/>
            <a:ext cx="5532120" cy="2134363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211573"/>
            <a:ext cx="5093208" cy="18417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Pilihan terbaik untuk animasi cerita dan perpindahan adegan.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point in direction (90)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Menghadap kanan sebelum mulai</a:t>
            </a:r>
          </a:p>
        </p:txBody>
      </p:sp>
      <p:pic>
        <p:nvPicPr>
          <p:cNvPr id="8" name="Picture 7" descr="0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815610" cy="15992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60177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Menghadap ke atas lalu naik</a:t>
            </a:r>
          </a:p>
        </p:txBody>
      </p:sp>
      <p:pic>
        <p:nvPicPr>
          <p:cNvPr id="10" name="Picture 9" descr="0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821234"/>
            <a:ext cx="1815610" cy="9971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98300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Arah acak</a:t>
            </a:r>
          </a:p>
        </p:txBody>
      </p:sp>
      <p:pic>
        <p:nvPicPr>
          <p:cNvPr id="12" name="Picture 11" descr="0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202457"/>
            <a:ext cx="3800552" cy="997174"/>
          </a:xfrm>
          <a:prstGeom prst="rect">
            <a:avLst/>
          </a:prstGeom>
        </p:spPr>
      </p:pic>
      <p:pic>
        <p:nvPicPr>
          <p:cNvPr id="13" name="Picture 12" descr="08-point-in-dir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069336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mengatur sprite mau menghadap ke mana. 90 = kanan, 0 = atas.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Menetapkan arah hadap sprite (nilai absolut, bukan menambah).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90 = kanan (bawaan)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0 = atas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180 = bawah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-90 = kiri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01411"/>
            <a:ext cx="5532120" cy="99822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347715"/>
            <a:ext cx="5093208" cy="705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Klik kolomnya untuk memunculkan piringan pemutar (dial). Blok ini wajib ada di script reset.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point towards (mouse-pointer)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Musuh selalu mengejar pemain</a:t>
            </a:r>
          </a:p>
        </p:txBody>
      </p:sp>
      <p:pic>
        <p:nvPicPr>
          <p:cNvPr id="8" name="Picture 7" descr="0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008454" cy="14712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Meriam mengikuti mouse</a:t>
            </a:r>
          </a:p>
        </p:txBody>
      </p:sp>
      <p:pic>
        <p:nvPicPr>
          <p:cNvPr id="10" name="Picture 9" descr="09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0744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077017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Menembak ke arah mouse</a:t>
            </a:r>
          </a:p>
        </p:txBody>
      </p:sp>
      <p:pic>
        <p:nvPicPr>
          <p:cNvPr id="12" name="Picture 11" descr="09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296473"/>
            <a:ext cx="2314268" cy="1537335"/>
          </a:xfrm>
          <a:prstGeom prst="rect">
            <a:avLst/>
          </a:prstGeom>
        </p:spPr>
      </p:pic>
      <p:pic>
        <p:nvPicPr>
          <p:cNvPr id="13" name="Picture 12" descr="09-point-towa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053840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memutar sprite supaya menghadap ke sasaran, misalnya kursor mouse.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Menghadapkan sprite ke arah target.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mouse-pointer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random direction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(nama sprite lain)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72811"/>
            <a:ext cx="5532120" cy="122682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119115"/>
            <a:ext cx="5093208" cy="9342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Kombinasi point towards + move adalah resep dasar AI musuh pengejar.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change x by (10)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Kontrol kiri-kanan</a:t>
            </a:r>
          </a:p>
        </p:txBody>
      </p:sp>
      <p:pic>
        <p:nvPicPr>
          <p:cNvPr id="8" name="Picture 7" descr="10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2124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Bergeser terus ke kanan</a:t>
            </a:r>
          </a:p>
        </p:txBody>
      </p:sp>
      <p:pic>
        <p:nvPicPr>
          <p:cNvPr id="10" name="Picture 9" descr="10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093440" cy="8169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819474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Kecepatan disimpan di variabel</a:t>
            </a:r>
          </a:p>
        </p:txBody>
      </p:sp>
      <p:pic>
        <p:nvPicPr>
          <p:cNvPr id="12" name="Picture 11" descr="10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038930"/>
            <a:ext cx="2042346" cy="1671582"/>
          </a:xfrm>
          <a:prstGeom prst="rect">
            <a:avLst/>
          </a:prstGeom>
        </p:spPr>
      </p:pic>
      <p:pic>
        <p:nvPicPr>
          <p:cNvPr id="13" name="Picture 12" descr="10-change-x-b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302001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menggeser sprite 10 titik ke kanan. Selalu mendatar, tak peduli arah hadapnya.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Menggeser sprite MENDATAR sejauh N piksel, tanpa memedulikan arah hadap.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Berbeda dari move — blok ini SELALU mendatar. Inilah blok yang benar untuk kontrol tombol panah.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set x to (0)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Lewat kanan, muncul lagi dari kiri</a:t>
            </a:r>
          </a:p>
        </p:txBody>
      </p:sp>
      <p:pic>
        <p:nvPicPr>
          <p:cNvPr id="8" name="Picture 7" descr="1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1959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Kembali ke garis start</a:t>
            </a:r>
          </a:p>
        </p:txBody>
      </p:sp>
      <p:pic>
        <p:nvPicPr>
          <p:cNvPr id="10" name="Picture 9" descr="1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097579" cy="8986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901225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Menyusun sprite pada satu titik</a:t>
            </a:r>
          </a:p>
        </p:txBody>
      </p:sp>
      <p:pic>
        <p:nvPicPr>
          <p:cNvPr id="12" name="Picture 11" descr="1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120681"/>
            <a:ext cx="972352" cy="780828"/>
          </a:xfrm>
          <a:prstGeom prst="rect">
            <a:avLst/>
          </a:prstGeom>
        </p:spPr>
      </p:pic>
      <p:pic>
        <p:nvPicPr>
          <p:cNvPr id="13" name="Picture 12" descr="11-set-x-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780793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menaruh sprite di posisi kiri-kanan tertentu; ketinggiannya tidak berubah.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Menetapkan koordinat X; nilai Y tidak berubah.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9267"/>
            <a:ext cx="5532120" cy="215036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95571"/>
            <a:ext cx="5093208" cy="1857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Dipakai untuk memindahkan sprite ke tepi tanpa mengubah ketinggiannya.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change y by (10)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Melompat lalu jatuh</a:t>
            </a:r>
          </a:p>
        </p:txBody>
      </p:sp>
      <p:pic>
        <p:nvPicPr>
          <p:cNvPr id="8" name="Picture 7" descr="1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499815" cy="2228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Gravitasi sederhana</a:t>
            </a:r>
          </a:p>
        </p:txBody>
      </p:sp>
      <p:pic>
        <p:nvPicPr>
          <p:cNvPr id="10" name="Picture 9" descr="1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4914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493972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Naik saat panah atas</a:t>
            </a:r>
          </a:p>
        </p:txBody>
      </p:sp>
      <p:pic>
        <p:nvPicPr>
          <p:cNvPr id="12" name="Picture 11" descr="1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713428"/>
            <a:ext cx="2287428" cy="1022220"/>
          </a:xfrm>
          <a:prstGeom prst="rect">
            <a:avLst/>
          </a:prstGeom>
        </p:spPr>
      </p:pic>
      <p:pic>
        <p:nvPicPr>
          <p:cNvPr id="13" name="Picture 12" descr="12-change-y-b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28752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menggeser sprite 10 titik ke atas. Angka positif = naik, negatif = turun.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Menggeser sprite TEGAK sejauh N piksel. Nilai positif = naik.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9267"/>
            <a:ext cx="5532120" cy="215036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95571"/>
            <a:ext cx="5093208" cy="1857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Y positif berarti NAIK. Ini sering membingungkan siswa yang terbiasa koordinat layar komputer, di mana Y positif justru turun.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set y to (0)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Berdiri di lantai</a:t>
            </a:r>
          </a:p>
        </p:txBody>
      </p:sp>
      <p:pic>
        <p:nvPicPr>
          <p:cNvPr id="8" name="Picture 7" descr="1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003877" cy="4219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42445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Hujan: kembali ke atas</a:t>
            </a:r>
          </a:p>
        </p:txBody>
      </p:sp>
      <p:pic>
        <p:nvPicPr>
          <p:cNvPr id="10" name="Picture 9" descr="1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43911"/>
            <a:ext cx="2451498" cy="19350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43514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Reset posisi tiap mulai</a:t>
            </a:r>
          </a:p>
        </p:txBody>
      </p:sp>
      <p:pic>
        <p:nvPicPr>
          <p:cNvPr id="12" name="Picture 11" descr="1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62970"/>
            <a:ext cx="1083897" cy="1236661"/>
          </a:xfrm>
          <a:prstGeom prst="rect">
            <a:avLst/>
          </a:prstGeom>
        </p:spPr>
      </p:pic>
      <p:pic>
        <p:nvPicPr>
          <p:cNvPr id="13" name="Picture 12" descr="13-set-y-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780793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menaruh sprite di ketinggian tertentu; posisi kiri-kanannya tidak berubah.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Menetapkan koordinat Y; nilai X tidak berubah.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9267"/>
            <a:ext cx="5532120" cy="215036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95571"/>
            <a:ext cx="5093208" cy="1857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Sering dipakai untuk mengembalikan tokoh ke permukaan tanah.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if on edge, bounce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Bola memantul tanpa henti</a:t>
            </a:r>
          </a:p>
        </p:txBody>
      </p:sp>
      <p:pic>
        <p:nvPicPr>
          <p:cNvPr id="8" name="Picture 7" descr="1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054542" cy="14751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Supaya tidak jungkir balik</a:t>
            </a:r>
          </a:p>
        </p:txBody>
      </p:sp>
      <p:pic>
        <p:nvPicPr>
          <p:cNvPr id="10" name="Picture 9" descr="1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560478" cy="13776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380145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Ikan berenang acak</a:t>
            </a:r>
          </a:p>
        </p:txBody>
      </p:sp>
      <p:pic>
        <p:nvPicPr>
          <p:cNvPr id="12" name="Picture 11" descr="1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599601"/>
            <a:ext cx="2438247" cy="1377609"/>
          </a:xfrm>
          <a:prstGeom prst="rect">
            <a:avLst/>
          </a:prstGeom>
        </p:spPr>
      </p:pic>
      <p:pic>
        <p:nvPicPr>
          <p:cNvPr id="13" name="Picture 12" descr="14-if-on-edge-bou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28752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kalau sprite kena pinggir panggung, ia langsung memantul balik.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Bila sprite menyentuh tepi panggung, arah hadapnya dibalik sehingga memantul.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Hampir selalu dipasangkan dengan set rotation style [left-right]; tanpa itu sprite akan tampak jungkir balik saat memantul.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set rotation style (left-right)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Kiri-kanan: paling sering dipakai</a:t>
            </a:r>
          </a:p>
        </p:txBody>
      </p:sp>
      <p:pic>
        <p:nvPicPr>
          <p:cNvPr id="8" name="Picture 7" descr="14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229254" cy="19680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Jangan berputar sama sekali</a:t>
            </a:r>
          </a:p>
        </p:txBody>
      </p:sp>
      <p:pic>
        <p:nvPicPr>
          <p:cNvPr id="10" name="Picture 9" descr="1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3410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343572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Berputar bebas untuk jarum</a:t>
            </a:r>
          </a:p>
        </p:txBody>
      </p:sp>
      <p:pic>
        <p:nvPicPr>
          <p:cNvPr id="12" name="Picture 11" descr="1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563028"/>
            <a:ext cx="2316335" cy="1550028"/>
          </a:xfrm>
          <a:prstGeom prst="rect">
            <a:avLst/>
          </a:prstGeom>
        </p:spPr>
      </p:pic>
      <p:pic>
        <p:nvPicPr>
          <p:cNvPr id="13" name="Picture 12" descr="15-set-rotation-sty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706367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mengatur cara gambar sprite berubah saat ia berputar.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Mengatur BAGAIMANA TAMPILAN sprite berubah saat arah hadapnya berubah.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all around = gambar ikut berputar penuh (roket, panah)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left-right = cermin kiri/kanan saja (tokoh berjalan)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don't rotate = gambar tidak pernah berubah (ikon, tombol)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88813"/>
            <a:ext cx="5532120" cy="1210819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135117"/>
            <a:ext cx="5093208" cy="9182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JAWABAN KELUHAN PALING SERING: "kucingnya jalan terbalik!" Blok ini mengubah tampilan saja; nilai direction tetap berubah seperti biasa.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(x position)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Cek sudah sampai tepi kanan</a:t>
            </a:r>
          </a:p>
        </p:txBody>
      </p:sp>
      <p:pic>
        <p:nvPicPr>
          <p:cNvPr id="8" name="Picture 7" descr="1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399925" cy="1570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573387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posisi mendatar</a:t>
            </a:r>
          </a:p>
        </p:txBody>
      </p:sp>
      <p:pic>
        <p:nvPicPr>
          <p:cNvPr id="10" name="Picture 9" descr="1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92843"/>
            <a:ext cx="1850592" cy="13987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35613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Menyalin posisi ke variabel</a:t>
            </a:r>
          </a:p>
        </p:txBody>
      </p:sp>
      <p:pic>
        <p:nvPicPr>
          <p:cNvPr id="12" name="Picture 11" descr="1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575595"/>
            <a:ext cx="2937277" cy="624036"/>
          </a:xfrm>
          <a:prstGeom prst="rect">
            <a:avLst/>
          </a:prstGeom>
        </p:spPr>
      </p:pic>
      <p:pic>
        <p:nvPicPr>
          <p:cNvPr id="13" name="Picture 12" descr="16-x-posi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462278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angka posisi kiri-kanan sprite saat ini.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koordinat X sprite saat ini.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Ada kotak centang di palet — centang untuk menampilkan monitor di panggung. Alat debugging terbaik untuk pemula.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(y position)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Game over kalau jatuh</a:t>
            </a:r>
          </a:p>
        </p:txBody>
      </p:sp>
      <p:pic>
        <p:nvPicPr>
          <p:cNvPr id="8" name="Picture 7" descr="1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622557" cy="2033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403635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Skor mengikuti ketinggian</a:t>
            </a:r>
          </a:p>
        </p:txBody>
      </p:sp>
      <p:pic>
        <p:nvPicPr>
          <p:cNvPr id="10" name="Picture 9" descr="1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255812"/>
            <a:ext cx="1995590" cy="44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86386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Turun sampai menyentuh lantai</a:t>
            </a:r>
          </a:p>
        </p:txBody>
      </p:sp>
      <p:pic>
        <p:nvPicPr>
          <p:cNvPr id="12" name="Picture 11" descr="1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83324"/>
            <a:ext cx="2538452" cy="1116307"/>
          </a:xfrm>
          <a:prstGeom prst="rect">
            <a:avLst/>
          </a:prstGeom>
        </p:spPr>
      </p:pic>
      <p:pic>
        <p:nvPicPr>
          <p:cNvPr id="13" name="Picture 12" descr="17-y-posi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462278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angka posisi atas-bawah sprite saat ini.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koordinat Y sprite saat ini.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Sering dipakai untuk mendeteksi tokoh jatuh ke dasar panggung.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  ·  BLOK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(direction)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Menghadap kanan atau kiri</a:t>
            </a:r>
          </a:p>
        </p:txBody>
      </p:sp>
      <p:pic>
        <p:nvPicPr>
          <p:cNvPr id="8" name="Picture 7" descr="1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1842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arah</a:t>
            </a:r>
          </a:p>
        </p:txBody>
      </p:sp>
      <p:pic>
        <p:nvPicPr>
          <p:cNvPr id="10" name="Picture 9" descr="1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226225" cy="538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540744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Mengingat arah lalu kembali</a:t>
            </a:r>
          </a:p>
        </p:txBody>
      </p:sp>
      <p:pic>
        <p:nvPicPr>
          <p:cNvPr id="12" name="Picture 11" descr="1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2760200"/>
            <a:ext cx="2389319" cy="1647244"/>
          </a:xfrm>
          <a:prstGeom prst="rect">
            <a:avLst/>
          </a:prstGeom>
        </p:spPr>
      </p:pic>
      <p:pic>
        <p:nvPicPr>
          <p:cNvPr id="13" name="Picture 12" descr="18-dir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346454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sprite sekarang menghadap ke arah berapa derajat.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arah hadap sprite dalam derajat.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7618"/>
            <a:ext cx="5532120" cy="2382014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63922"/>
            <a:ext cx="5093208" cy="208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Nilainya selalu dalam rentang -179 sampai 180. Setelah turn right 200 derajat dari arah 90, hasilnya dilaporkan -70, bukan 290.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Yang Sering Tertukar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7"/>
                <a:gridCol w="6878537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Pasangan blok</a:t>
                      </a:r>
                    </a:p>
                  </a:txBody>
                  <a:tcPr marL="109728" marR="109728" anchor="ctr">
                    <a:solidFill>
                      <a:srgbClr val="4C9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Beda utama</a:t>
                      </a:r>
                    </a:p>
                  </a:txBody>
                  <a:tcPr marL="109728" marR="109728" anchor="ctr">
                    <a:solidFill>
                      <a:srgbClr val="4C97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move  vs  change x by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move mengikuti ARAH HADAP; change x by SELALU mendatar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go to x y  vs  glide to x y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go to INSTAN; glide BERDURASI dan menunggu selesai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x by  vs  set x to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MENAMBAH dari posisi sekarang; set MENETAPKAN nilai baru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turn  vs  point in direction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turn memutar RELATIF; point menetapkan arah ABSOLUT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direction  vs  rotation style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direction = arah sesungguhnya; rotation style = cara menampilkannya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23944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LIHAT BEDANYA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move  vs  change x by</a:t>
            </a:r>
          </a:p>
        </p:txBody>
      </p:sp>
      <p:pic>
        <p:nvPicPr>
          <p:cNvPr id="10" name="Picture 9" descr="01-move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72583"/>
            <a:ext cx="934106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052059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maju MENGIKUTI arah hadap</a:t>
            </a:r>
          </a:p>
        </p:txBody>
      </p:sp>
      <p:pic>
        <p:nvPicPr>
          <p:cNvPr id="12" name="Picture 11" descr="10-change-x-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36107"/>
            <a:ext cx="940018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geser mendatar, arah diabaikan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go to x y  vs  glide to x y</a:t>
            </a:r>
          </a:p>
        </p:txBody>
      </p:sp>
      <p:pic>
        <p:nvPicPr>
          <p:cNvPr id="15" name="Picture 14" descr="05-go-to-x-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4672583"/>
            <a:ext cx="1141029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8218" y="5052059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pindah seketika</a:t>
            </a:r>
          </a:p>
        </p:txBody>
      </p:sp>
      <p:pic>
        <p:nvPicPr>
          <p:cNvPr id="17" name="Picture 16" descr="07-glide-secs-to-x-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218" y="5436107"/>
            <a:ext cx="177362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38218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bergerak halus, butuh waktu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change x by  vs  set x to</a:t>
            </a:r>
          </a:p>
        </p:txBody>
      </p:sp>
      <p:pic>
        <p:nvPicPr>
          <p:cNvPr id="20" name="Picture 19" descr="10-change-x-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6" y="4672583"/>
            <a:ext cx="940018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27796" y="5052059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menambah dari posisi sekarang</a:t>
            </a:r>
          </a:p>
        </p:txBody>
      </p:sp>
      <p:pic>
        <p:nvPicPr>
          <p:cNvPr id="22" name="Picture 21" descr="11-set-x-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5436107"/>
            <a:ext cx="727184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27796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langsung ke angka itu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Pola yang Sering Dipakai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C97FF"/>
                </a:solidFill>
                <a:latin typeface="Arial"/>
              </a:rPr>
              <a:t>Script reset (wajib)</a:t>
            </a:r>
          </a:p>
        </p:txBody>
      </p:sp>
      <p:pic>
        <p:nvPicPr>
          <p:cNvPr id="6" name="Picture 5" descr="01-script-re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2299235" cy="28201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53458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C97FF"/>
                </a:solidFill>
                <a:latin typeface="Arial"/>
              </a:rPr>
              <a:t>Kontrol tombol panah</a:t>
            </a:r>
          </a:p>
        </p:txBody>
      </p:sp>
      <p:pic>
        <p:nvPicPr>
          <p:cNvPr id="8" name="Picture 7" descr="02-kontrol-tombol-pan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58" y="1828800"/>
            <a:ext cx="3484778" cy="36105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58276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C97FF"/>
                </a:solidFill>
                <a:latin typeface="Arial"/>
              </a:rPr>
              <a:t>Bola memantul</a:t>
            </a:r>
          </a:p>
        </p:txBody>
      </p:sp>
      <p:pic>
        <p:nvPicPr>
          <p:cNvPr id="10" name="Picture 9" descr="03-bola-memant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1828800"/>
            <a:ext cx="2299235" cy="26046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4C9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Gejala</a:t>
                      </a:r>
                    </a:p>
                  </a:txBody>
                  <a:tcPr marL="109728" marR="109728" anchor="ctr">
                    <a:solidFill>
                      <a:srgbClr val="4C9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Perbaikan</a:t>
                      </a:r>
                    </a:p>
                  </a:txBody>
                  <a:tcPr marL="109728" marR="109728" anchor="ctr">
                    <a:solidFill>
                      <a:srgbClr val="4C97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Memakai move untuk kontrol tombol panah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bergerak menyerong / arah aneh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Ganti ke change x by / change y by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Lupa script reset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Posisi awal berbeda tiap kali dijalankan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 go to x y + point in direction (90)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if on edge bounce tanpa rotation style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jungkir balik saat memantul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 set rotation style [left-right]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Mengira "steps" = langkah kaki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Salah memperkirakan jarak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1 step = 1 piksel; lebar panggung hanya 480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glide di dalam forever untuk kontrol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Kontrol terasa lambat / macet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Pakai change x by; glide hanya untuk animasi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Latihan Bertingkat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5547207"/>
                <a:gridCol w="4215877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09728" marR="109728" anchor="ctr">
                    <a:solidFill>
                      <a:srgbClr val="4C9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Tantangan</a:t>
                      </a:r>
                    </a:p>
                  </a:txBody>
                  <a:tcPr marL="109728" marR="109728" anchor="ctr">
                    <a:solidFill>
                      <a:srgbClr val="4C9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Blok kunci</a:t>
                      </a:r>
                    </a:p>
                  </a:txBody>
                  <a:tcPr marL="109728" marR="109728" anchor="ctr">
                    <a:solidFill>
                      <a:srgbClr val="4C97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Kucing berjalan 100 langkah lalu berhenti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move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Kucing menggambar persegi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repeat, move, turn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Kucing bergerak dengan 4 tombol panah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x by, change y by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Bola memantul tanpa henti dan tidak terbalik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forever, if on edge bounce, rotation style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Musuh mengejar pemain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point towards, move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melompat lalu jatuh (gravitasi)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y by + variabel kecepatan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1.  Apa beda move (10) steps dengan change x by (10)?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2.  Sprite menghadap arah 0. Ke mana ia bergerak bila diberi move (50) steps?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3.  Blok apa yang harus ditambahkan agar sprite tidak jungkir balik saat memantul?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4.  Tuliskan script agar sprite selalu mengikuti kursor mouse.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E1FF"/>
                </a:solidFill>
                <a:latin typeface="Arial"/>
              </a:rPr>
              <a:t>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1.  move bergerak mengikuti arah hadap sprite; change x by selalu mendatar tanpa memedulikan arah hadap.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2.  Ke ATAS, karena arah 0 berarti menghadap ke atas.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3.  set rotation style [left-right].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4.  when green flag clicked / forever / go to (mouse-pointer). Alternatif lebih halus: point towards (mouse-pointer) + move (5)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Motion (Gerak)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7E8FF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"Steps" = piksel, dan arahnya mengikuti direction — bukan selalu ke kanan.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Kontrol tombol panah memakai change x by / change y by, bukan move.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Setiap proyek diawali script reset: posisi, arah, dan rotation style.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