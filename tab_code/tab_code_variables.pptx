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5CC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EDDC"/>
                </a:solidFill>
                <a:latin typeface="Arial"/>
              </a:rPr>
              <a:t>5 + 12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Menyimpan dan mengolah data yang berubah selama program berjalan.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Berbeda dari kategori lain: bloknya BELUM ADA sampai kamu membuatnya sendiri. Palet hanya menampilkan tombol Make a Variable dan Make a 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Cakupan variabel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For all sprites (global) | For this sprite only (lokal) |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Blok variabel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(variabel), set to, change by, show variable, hide variable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List: menambah &amp; menghapus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add to, delete of, delete all of, insert at, replace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List: membaca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(item () of), (item # of), (length of), contains ()?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List: monitor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show list, hide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65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Variabel = satu kotak berlabel berisi satu nilai. List = rak berisi banyak kotak bernomor, penomoran mulai dari 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Membuat variabel: Make a 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Setelah dibuat, langsung disiapkan nilainya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041108" cy="15700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Beri nama yang jelas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1637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16624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Satu variabel dipakai di banyak tempat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385701"/>
            <a:ext cx="2216588" cy="10528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8013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tombol untuk membuat kotak penyimpan angka atau teks. Belum ada variabel, belum bisa menyimpan skor.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820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Menentukan nama dan CAKUPAN variabel sebelum bloknya muncul di palet.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For all sprites = global, dibaca semua sprite (skor, level)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For this sprite only = lokal, tiap klon punya salinan sendiri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Cloud variable = disimpan di server Scratch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47387"/>
            <a:ext cx="5532120" cy="195224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93691"/>
            <a:ext cx="5093208" cy="1659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Cloud variable hanya bisa berisi ANGKA, maksimal 10 per proyek, tidak tersedia bagi New Scratcher maupun di editor offline.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(nama variabel)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isinya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50815" cy="8784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8096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Dipakai sebagai angka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100425"/>
            <a:ext cx="2914802" cy="7719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03697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Dibandingkan dengan angka lain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56430"/>
            <a:ext cx="3753307" cy="1943201"/>
          </a:xfrm>
          <a:prstGeom prst="rect">
            <a:avLst/>
          </a:prstGeom>
        </p:spPr>
      </p:pic>
      <p:pic>
        <p:nvPicPr>
          <p:cNvPr id="13" name="Picture 12" descr="02-variabel-repor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883157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kotak penyimpan satu nilai. Isinya bisa dipakai di blok mana saja.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nilai yang tersimpan di dalam variabel.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Ada kotak centang di palet untuk memunculkan MONITOR di panggung. Klik kanan monitor untuk memilih tampilan: normal, besar, atau SLIDER yang bisa digeser pemain.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(skor) to (0)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Reset di awal permainan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505735" cy="1491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49375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Menyimpan jawaban pemain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13210"/>
            <a:ext cx="3080221" cy="1295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17345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Menyimpan hasil hitungan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392907"/>
            <a:ext cx="3605815" cy="806724"/>
          </a:xfrm>
          <a:prstGeom prst="rect">
            <a:avLst/>
          </a:prstGeom>
        </p:spPr>
      </p:pic>
      <p:pic>
        <p:nvPicPr>
          <p:cNvPr id="13" name="Picture 12" descr="03-set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96799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mengisi variabel dengan nilai baru, menimpa isi lamanya.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MENGISI variabel dengan nilai baru, menimpa isi lama.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WAJIB ADA DI SCRIPT RESET. Tanpa ini skor melanjutkan dari permainan sebelumnya — kesalahan nomor satu pada proyek permainan buatan siswa.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(skor) by (1)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Skor bertambah saat kena koin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940211" cy="13259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32851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Nyawa berkurang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47969"/>
            <a:ext cx="2373308" cy="5572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6985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Gravitasi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89312"/>
            <a:ext cx="2796083" cy="1710319"/>
          </a:xfrm>
          <a:prstGeom prst="rect">
            <a:avLst/>
          </a:prstGeom>
        </p:spPr>
      </p:pic>
      <p:pic>
        <p:nvPicPr>
          <p:cNvPr id="13" name="Picture 12" descr="04-change-b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344418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isi variabel sebanyak 1 dari nilai sekarang.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 nilai variabel; nilai negatif berarti mengurangi.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Hanya bekerja untuk ANGKA. set (skor) to (1) membuat skor menjadi tepat 1; change (skor) by (1) menambah 1 dari nilai sekarang.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show variable (skor)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skor di panggung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192283" cy="18179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Tampil hanya selama bermain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27162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718829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Variabel bantu sebaiknya disembunyikan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938285"/>
            <a:ext cx="2181589" cy="1133571"/>
          </a:xfrm>
          <a:prstGeom prst="rect">
            <a:avLst/>
          </a:prstGeom>
        </p:spPr>
      </p:pic>
      <p:pic>
        <p:nvPicPr>
          <p:cNvPr id="13" name="Picture 12" descr="05-show-vari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95351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menampilkan kotak nilai variabel di panggung supaya pemain bisa melihatnya.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Menampilkan monitor variabel di panggung lewat program.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9267"/>
            <a:ext cx="5532120" cy="215036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95571"/>
            <a:ext cx="5093208" cy="18577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Berguna untuk menampilkan skor hanya saat permainan berlangsung.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hide variable (skor)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Rapikan layar saat permainan selesai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618188" cy="1252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5515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Sembunyi sejak awal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74615"/>
            <a:ext cx="2484712" cy="1252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9183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Sembunyikan yang bukan untuk pemain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11286"/>
            <a:ext cx="2094550" cy="1088345"/>
          </a:xfrm>
          <a:prstGeom prst="rect">
            <a:avLst/>
          </a:prstGeom>
        </p:spPr>
      </p:pic>
      <p:pic>
        <p:nvPicPr>
          <p:cNvPr id="13" name="Picture 12" descr="06-hide-vari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52165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menyembunyikan kotak nilai variabel dari panggung.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Menyembunyikan monitor variabel dari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Yang disembunyikan hanya tampilannya di panggung; isi variabelnya tetap ada dan tetap bisa dipakai script.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(nama list)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seluruh isi daftar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703628" cy="771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77449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Dipakai untuk menghitung isinya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93948"/>
            <a:ext cx="3234232" cy="7719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93049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Mengisi daftar dari nol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49953"/>
            <a:ext cx="3260852" cy="2049678"/>
          </a:xfrm>
          <a:prstGeom prst="rect">
            <a:avLst/>
          </a:prstGeom>
        </p:spPr>
      </p:pic>
      <p:pic>
        <p:nvPicPr>
          <p:cNvPr id="13" name="Picture 12" descr="07-list-repor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042415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list adalah kotak penyimpan yang memuat BANYAK nilai sekaligus, bernomor urut.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SELURUH isi list, disambung dengan spasi.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Jarang dipakai langsung dalam perhitungan; lebih sering yang dipakai adalah monitornya di panggung.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add [thing] to (daftar)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Menyimpan banyak nama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527044" cy="1410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41335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Bank soal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32809"/>
            <a:ext cx="4405477" cy="14108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20821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Mencatat skor tiap ronde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427675"/>
            <a:ext cx="3234232" cy="771956"/>
          </a:xfrm>
          <a:prstGeom prst="rect">
            <a:avLst/>
          </a:prstGeom>
        </p:spPr>
      </p:pic>
      <p:pic>
        <p:nvPicPr>
          <p:cNvPr id="13" name="Picture 12" descr="08-add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416807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satu isi baru di urutan paling belakang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Menambahkan item baru di AKHIR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Selalu masuk di urutan paling bawah. Untuk menyisipkan di posisi tertentu pakai insert 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delete (1) of (daftar)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Menghapus soal yang sudah dipakai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50815" cy="17547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75732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Menghapus yang paling depan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976778"/>
            <a:ext cx="2497990" cy="5986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4006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Menghapus yang paling belakang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59518"/>
            <a:ext cx="3850208" cy="598691"/>
          </a:xfrm>
          <a:prstGeom prst="rect">
            <a:avLst/>
          </a:prstGeom>
        </p:spPr>
      </p:pic>
      <p:pic>
        <p:nvPicPr>
          <p:cNvPr id="13" name="Picture 12" descr="09-delete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32994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menghapus isi list pada urutan tertentu.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Menghapus item pada posisi tertentu.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Setelah dihapus, item di bawahnya NAIK NOMOR. Bila menghapus di dalam loop, hapus dari BELAKANG KE DEPAN agar penomorannya tidak kacau.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delete all of (daftar)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Kosongkan dulu sebelum diisi ulang</a:t>
            </a:r>
          </a:p>
        </p:txBody>
      </p:sp>
      <p:pic>
        <p:nvPicPr>
          <p:cNvPr id="8" name="Picture 7" descr="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27874" cy="17057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Reset papan skor</a:t>
            </a:r>
          </a:p>
        </p:txBody>
      </p:sp>
      <p:pic>
        <p:nvPicPr>
          <p:cNvPr id="10" name="Picture 9" descr="1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2241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22667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Beda dengan menghapus satu</a:t>
            </a:r>
          </a:p>
        </p:txBody>
      </p:sp>
      <p:pic>
        <p:nvPicPr>
          <p:cNvPr id="12" name="Picture 11" descr="1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446132"/>
            <a:ext cx="2307806" cy="1264276"/>
          </a:xfrm>
          <a:prstGeom prst="rect">
            <a:avLst/>
          </a:prstGeom>
        </p:spPr>
      </p:pic>
      <p:pic>
        <p:nvPicPr>
          <p:cNvPr id="13" name="Picture 12" descr="10-delete-all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9560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mengosongkan seluruh isi list sekaligus.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Mengosongkan seluruh isi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WAJIB ada di script reset, kalau tidak isi list akan menumpuk berlipat setiap kali proyek dijalankan.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insert [thing] at (1) of (daftar)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Menyisipkan di urutan paling depan</a:t>
            </a:r>
          </a:p>
        </p:txBody>
      </p:sp>
      <p:pic>
        <p:nvPicPr>
          <p:cNvPr id="8" name="Picture 7" descr="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37945" cy="861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6381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Menyisipkan di tengah</a:t>
            </a:r>
          </a:p>
        </p:txBody>
      </p:sp>
      <p:pic>
        <p:nvPicPr>
          <p:cNvPr id="10" name="Picture 9" descr="1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83266"/>
            <a:ext cx="4618211" cy="861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10913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Beda dengan add</a:t>
            </a:r>
          </a:p>
        </p:txBody>
      </p:sp>
      <p:pic>
        <p:nvPicPr>
          <p:cNvPr id="12" name="Picture 11" descr="1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328588"/>
            <a:ext cx="4395467" cy="1871043"/>
          </a:xfrm>
          <a:prstGeom prst="rect">
            <a:avLst/>
          </a:prstGeom>
        </p:spPr>
      </p:pic>
      <p:pic>
        <p:nvPicPr>
          <p:cNvPr id="13" name="Picture 12" descr="11-insert-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425696" cy="8148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2598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menyisipkan isi baru di urutan tertentu; isi lain bergeser mundur.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0662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Menyisipkan item di posisi tertentu; item lain bergeser turun.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4433"/>
            <a:ext cx="5532120" cy="2175199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70737"/>
            <a:ext cx="5093208" cy="18825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Dipakai misalnya untuk menaruh pemenang baru di puncak papan skor.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replace item (1) of (daftar) with [x]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Memperbarui skor tertinggi</a:t>
            </a:r>
          </a:p>
        </p:txBody>
      </p:sp>
      <p:pic>
        <p:nvPicPr>
          <p:cNvPr id="8" name="Picture 7" descr="1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180884" cy="4946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49715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Mengganti isi yang salah</a:t>
            </a:r>
          </a:p>
        </p:txBody>
      </p:sp>
      <p:pic>
        <p:nvPicPr>
          <p:cNvPr id="10" name="Picture 9" descr="1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16606"/>
            <a:ext cx="3300273" cy="4946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37581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Menaikkan nilai yang sudah ada</a:t>
            </a:r>
          </a:p>
        </p:txBody>
      </p:sp>
      <p:pic>
        <p:nvPicPr>
          <p:cNvPr id="12" name="Picture 11" descr="1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595269"/>
            <a:ext cx="5150815" cy="631060"/>
          </a:xfrm>
          <a:prstGeom prst="rect">
            <a:avLst/>
          </a:prstGeom>
        </p:spPr>
      </p:pic>
      <p:pic>
        <p:nvPicPr>
          <p:cNvPr id="13" name="Picture 12" descr="12-replace-i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425696" cy="7090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620185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mengganti isi pada urutan tertentu tanpa mengubah panjang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82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Mengganti isi item pada posisi tertentu tanpa mengubah panjang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42660"/>
            <a:ext cx="5532120" cy="2056972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88964"/>
            <a:ext cx="5093208" cy="176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Panjang list tidak berubah — isi lama pada posisi itu hilang tertimpa. Nomor di luar panjang list membuat blok ini tidak melakukan apa-apa.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(item (1) of (daftar))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Mengambil soal acak</a:t>
            </a:r>
          </a:p>
        </p:txBody>
      </p:sp>
      <p:pic>
        <p:nvPicPr>
          <p:cNvPr id="8" name="Picture 7" descr="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50815" cy="6526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65520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Membaca isi satu per satu</a:t>
            </a:r>
          </a:p>
        </p:txBody>
      </p:sp>
      <p:pic>
        <p:nvPicPr>
          <p:cNvPr id="10" name="Picture 9" descr="1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74663"/>
            <a:ext cx="3977769" cy="21344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17366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Mengambil yang paling akhir</a:t>
            </a:r>
          </a:p>
        </p:txBody>
      </p:sp>
      <p:pic>
        <p:nvPicPr>
          <p:cNvPr id="12" name="Picture 11" descr="1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393124"/>
            <a:ext cx="3730812" cy="582112"/>
          </a:xfrm>
          <a:prstGeom prst="rect">
            <a:avLst/>
          </a:prstGeom>
        </p:spPr>
      </p:pic>
      <p:pic>
        <p:nvPicPr>
          <p:cNvPr id="13" name="Picture 12" descr="13-item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257550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mengambil isi list pada urutan tertentu.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Membaca isi item pada posisi tertentu.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Bila nomor melebihi panjang list, hasilnya KOSONG — bukan pesan kesalahan. Ini membuat bug sulit terlihat.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(item # of [thing] in (daftar))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Mencari letak sebuah isi</a:t>
            </a:r>
          </a:p>
        </p:txBody>
      </p:sp>
      <p:pic>
        <p:nvPicPr>
          <p:cNvPr id="8" name="Picture 7" descr="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407308" cy="577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58038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ada atau tidak</a:t>
            </a:r>
          </a:p>
        </p:txBody>
      </p:sp>
      <p:pic>
        <p:nvPicPr>
          <p:cNvPr id="10" name="Picture 9" descr="1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99839"/>
            <a:ext cx="5150815" cy="15342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49871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Menghapus berdasarkan isinya</a:t>
            </a:r>
          </a:p>
        </p:txBody>
      </p:sp>
      <p:pic>
        <p:nvPicPr>
          <p:cNvPr id="12" name="Picture 11" descr="1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18173"/>
            <a:ext cx="4712447" cy="577847"/>
          </a:xfrm>
          <a:prstGeom prst="rect">
            <a:avLst/>
          </a:prstGeom>
        </p:spPr>
      </p:pic>
      <p:pic>
        <p:nvPicPr>
          <p:cNvPr id="13" name="Picture 12" descr="14-item-number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966971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mencari sebuah isi berada di urutan ke berapa dalam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Mencari POSISI sebuah item di dalam list. Melaporkan 0 bila tidak ditemukan.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33620"/>
            <a:ext cx="5532120" cy="2366012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9924"/>
            <a:ext cx="5093208" cy="2073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0 bila tidak ketemu, jadi 0 bisa dipakai sebagai penanda "tidak ada". Bila isinya kembar, yang dilaporkan posisi yang pertama.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(length of (daftar))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Menghitung jumlah isi</a:t>
            </a:r>
          </a:p>
        </p:txBody>
      </p:sp>
      <p:pic>
        <p:nvPicPr>
          <p:cNvPr id="8" name="Picture 7" descr="1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665463" cy="677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68018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Mengulang sebanyak isinya</a:t>
            </a:r>
          </a:p>
        </p:txBody>
      </p:sp>
      <p:pic>
        <p:nvPicPr>
          <p:cNvPr id="10" name="Picture 9" descr="1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99640"/>
            <a:ext cx="2648990" cy="14169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48113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daftar sudah kosong</a:t>
            </a:r>
          </a:p>
        </p:txBody>
      </p:sp>
      <p:pic>
        <p:nvPicPr>
          <p:cNvPr id="12" name="Picture 11" descr="1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00590"/>
            <a:ext cx="3901614" cy="1499041"/>
          </a:xfrm>
          <a:prstGeom prst="rect">
            <a:avLst/>
          </a:prstGeom>
        </p:spPr>
      </p:pic>
      <p:pic>
        <p:nvPicPr>
          <p:cNvPr id="13" name="Picture 12" descr="15-length-of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70738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menghitung ada berapa isi dalam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Menghitung JUMLAH ITEM dalam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Jangan tertukar dengan length of [teks] berwarna hijau di kategori Operators yang menghitung jumlah HURUF.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&lt;(daftar) contains [thing]?&gt;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jawaban ada di daftar</a:t>
            </a:r>
          </a:p>
        </p:txBody>
      </p:sp>
      <p:pic>
        <p:nvPicPr>
          <p:cNvPr id="8" name="Picture 7" descr="1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429501" cy="1197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0040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Mencegah nama ganda</a:t>
            </a:r>
          </a:p>
        </p:txBody>
      </p:sp>
      <p:pic>
        <p:nvPicPr>
          <p:cNvPr id="10" name="Picture 9" descr="1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19856"/>
            <a:ext cx="3864342" cy="126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4794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barang sudah terkumpul</a:t>
            </a:r>
          </a:p>
        </p:txBody>
      </p:sp>
      <p:pic>
        <p:nvPicPr>
          <p:cNvPr id="12" name="Picture 11" descr="1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67404"/>
            <a:ext cx="3224387" cy="1132227"/>
          </a:xfrm>
          <a:prstGeom prst="rect">
            <a:avLst/>
          </a:prstGeom>
        </p:spPr>
      </p:pic>
      <p:pic>
        <p:nvPicPr>
          <p:cNvPr id="13" name="Picture 12" descr="16-list-conta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126230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list itu memuat isi tertentu?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bila list memuat item tersebut.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Contoh di samping mencegah nama ganda masuk ke dalam daftar.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  ·  BLOK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show list / hide list (daftar)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daftar di panggung</a:t>
            </a:r>
          </a:p>
        </p:txBody>
      </p:sp>
      <p:pic>
        <p:nvPicPr>
          <p:cNvPr id="8" name="Picture 7" descr="1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248561" cy="5955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59804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Sembunyikan selama bermain</a:t>
            </a:r>
          </a:p>
        </p:txBody>
      </p:sp>
      <p:pic>
        <p:nvPicPr>
          <p:cNvPr id="10" name="Picture 9" descr="1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17501"/>
            <a:ext cx="2217759" cy="1252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3471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Tampil di akhir permainan</a:t>
            </a:r>
          </a:p>
        </p:txBody>
      </p:sp>
      <p:pic>
        <p:nvPicPr>
          <p:cNvPr id="12" name="Picture 11" descr="1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54173"/>
            <a:ext cx="2792734" cy="1745458"/>
          </a:xfrm>
          <a:prstGeom prst="rect">
            <a:avLst/>
          </a:prstGeom>
        </p:spPr>
      </p:pic>
      <p:pic>
        <p:nvPicPr>
          <p:cNvPr id="13" name="Picture 12" descr="17-show-hide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403202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menampilkan atau menyembunyikan kotak list di panggung.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535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Menampilkan atau menyembunyikan monitor list di panggung.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93157"/>
            <a:ext cx="5532120" cy="1506475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39461"/>
            <a:ext cx="5093208" cy="1213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Monitor list bisa diperbesar dengan menyeret sudut kanan bawahnya, dan pemain bisa menambah atau mengubah isinya langsung lewat tombol +.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  vs  change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 MENETAPKAN nilai baru; change MENAMBAH dari nilai sekarang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Variabel  vs  List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Satu nilai vs banyak nilai bernomor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Global  vs  Lokal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Dibaca semua sprite vs milik satu sprite (tiap klon punya salinan)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length of [teks]  vs  length of (list)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Jumlah huruf (hijau) vs jumlah item (merah tua)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Variabel biasa  vs  Cloud variable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Lokal di komputer vs disimpan di server, angka saja, maks 10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set  vs  change</a:t>
            </a:r>
          </a:p>
        </p:txBody>
      </p:sp>
      <p:pic>
        <p:nvPicPr>
          <p:cNvPr id="10" name="Picture 9" descr="03-set-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2583"/>
            <a:ext cx="1211974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menetapkan nilai pasti</a:t>
            </a:r>
          </a:p>
        </p:txBody>
      </p:sp>
      <p:pic>
        <p:nvPicPr>
          <p:cNvPr id="12" name="Picture 11" descr="04-change-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36107"/>
            <a:ext cx="1365687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menambah dari nilai sekarang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variabel  vs  list</a:t>
            </a:r>
          </a:p>
        </p:txBody>
      </p:sp>
      <p:pic>
        <p:nvPicPr>
          <p:cNvPr id="15" name="Picture 14" descr="02-variabel-repor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672583"/>
            <a:ext cx="360636" cy="2483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4957466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satu kotak, satu isi</a:t>
            </a:r>
          </a:p>
        </p:txBody>
      </p:sp>
      <p:pic>
        <p:nvPicPr>
          <p:cNvPr id="17" name="Picture 16" descr="07-list-repor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5341514"/>
            <a:ext cx="425668" cy="2483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5626397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banyak kotak bernomor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add  vs  insert at</a:t>
            </a:r>
          </a:p>
        </p:txBody>
      </p:sp>
      <p:pic>
        <p:nvPicPr>
          <p:cNvPr id="20" name="Picture 19" descr="08-add-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672583"/>
            <a:ext cx="1395248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selalu masuk paling bawah</a:t>
            </a:r>
          </a:p>
        </p:txBody>
      </p:sp>
      <p:pic>
        <p:nvPicPr>
          <p:cNvPr id="22" name="Picture 21" descr="11-insert-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6" y="5436107"/>
            <a:ext cx="1862301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7796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masuk di urutan yang kamu pilih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Skor &amp; nyawa</a:t>
            </a:r>
          </a:p>
        </p:txBody>
      </p:sp>
      <p:pic>
        <p:nvPicPr>
          <p:cNvPr id="6" name="Picture 5" descr="01-skor-dan-ny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360431" cy="34777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Gravitasi</a:t>
            </a:r>
          </a:p>
        </p:txBody>
      </p:sp>
      <p:pic>
        <p:nvPicPr>
          <p:cNvPr id="8" name="Picture 7" descr="02-gravit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2353447" cy="33101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8C1A"/>
                </a:solidFill>
                <a:latin typeface="Arial"/>
              </a:rPr>
              <a:t>Kuis dari bank soal</a:t>
            </a:r>
          </a:p>
        </p:txBody>
      </p:sp>
      <p:pic>
        <p:nvPicPr>
          <p:cNvPr id="10" name="Picture 9" descr="03-kuis-dari-bank-so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3484778" cy="18576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set (skor) to (0) di awal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Skor melanjutkan dari permainan sebelumnya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Tambahkan ke script reset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Lupa delete all of (list)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Isi list menumpuk berlipat tiap dijalankan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Tambahkan ke script reset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Tertukar set dan change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Skor melompat aneh atau tidak bertambah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 = tetapkan, change = tambahkan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Memakai variabel lokal untuk skor bersama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lain tidak bisa membacanya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sebagai For all sprites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Menghapus item dari depan di dalam loop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Sebagian item terlewat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Hapus dari belakang ke depan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FF8C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Penghitung klik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set, change, monitor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Skor bertambah saat menangkap koin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(skor) by (1)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Nyawa berkurang &amp; permainan berakhir saat 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by (-1), if, stop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Timer mundur 30 detik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set, repeat until, wait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Lompat dengan gravitasi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variabel kecepatan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Kuis dari bank soal acak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list + item () of + pick random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Papan skor 5 besar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list + insert at + delete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Apa beda set (skor) to (5) dengan change (skor) by (5)?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Kapan sebaiknya memakai variabel For this sprite only?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Apa yang terjadi bila lupa memakai delete all of (list) di awal proyek?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Berapa nomor item PERTAMA dalam sebuah list?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5.  Blok apa yang dipakai untuk mengecek apakah sebuah nama sudah ada di dalam list?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EBE"/>
                </a:solidFill>
                <a:latin typeface="Arial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set menetapkan nilainya menjadi tepat 5; change menambahkan 5 ke nilai yang sudah ada.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Bila tiap sprite atau klon perlu nilainya sendiri, misalnya kecepatan tiap peluru atau HP tiap musuh.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Isi list menumpuk setiap kali proyek dijalankan sehingga datanya berlipat dan kacau.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Nomor 1.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5.  &lt;(nama list) contains [thing]?&gt;.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Variables (Variabel &amp; 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E5CC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set = tetapkan, change = tambahkan. Dua-duanya wajib dibedakan sejak awal.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Script reset harus memuat set variabel dan delete all of list.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Variabel = satu kotak; List = rak kotak bernomor mulai dari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