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32.png"/><Relationship Id="rId7" Type="http://schemas.openxmlformats.org/officeDocument/2006/relationships/image" Target="../media/image4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CCC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Control (Kontrol)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2DC"/>
                </a:solidFill>
                <a:latin typeface="Arial"/>
              </a:rPr>
              <a:t>11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Mengatur ALUR program: perulangan, percabangan, jeda, dan klon.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Berisi inti berpikir komputasional — loop dan conditional ada di semua bahasa pemrograman.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(KONTROL)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Jeda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wait () seconds, wait until 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Perulangan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repeat (), forever, repeat until &lt;&gt;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Percabangan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if &lt;&gt; then, if &lt;&gt; then else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Penghenti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stop 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Klon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create clone of, when I start as a clone, delete this clone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Lubang segi enam pada if / repeat until / wait until hanya menerima blok Boolean dari kategori Sensing atau Operators.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wait (1)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Kedip berulang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999287" cy="2868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Dialog bergantian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789937" cy="21144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11696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Jeda kecil mengatur kecepatan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336421"/>
            <a:ext cx="2083027" cy="1863210"/>
          </a:xfrm>
          <a:prstGeom prst="rect">
            <a:avLst/>
          </a:prstGeom>
        </p:spPr>
      </p:pic>
      <p:pic>
        <p:nvPicPr>
          <p:cNvPr id="13" name="Picture 12" descr="01-wait-seco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47573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menjeda program selama 1 detik sebelum lanjut ke blok berikutnya.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Menghentikan script ini selama N detik, lalu melanjutkan.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Hanya menjeda SCRIPT INI; script lain tetap berjalan. Nilai kecil seperti 0.1 dipakai untuk mengatur kecepatan animasi.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wait until &lt;&gt;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Tunggu pemain menekan spasi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774587" cy="1287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8954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Tunggu skor cukup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08999"/>
            <a:ext cx="2281513" cy="9527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2631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Sprite muncul saat permainan mulai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45767"/>
            <a:ext cx="2239727" cy="1353864"/>
          </a:xfrm>
          <a:prstGeom prst="rect">
            <a:avLst/>
          </a:prstGeom>
        </p:spPr>
      </p:pic>
      <p:pic>
        <p:nvPicPr>
          <p:cNvPr id="13" name="Picture 12" descr="02-wait-unt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07035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menahan program sampai syarat di dalamnya benar, baru lanjut.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Menghentikan script sampai kondisi di lubang segi enam menjadi BENAR.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Lebih hemat daripada repeat until kosong. Bila kondisinya tidak pernah benar, script menunggu selamanya — sering jadi penyebab program "macet".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repeat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5000"/>
                </a:solidFill>
                <a:latin typeface="Arial"/>
              </a:rPr>
              <a:t>C-Block  (membungkus blok 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Menggambar persegi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810336" cy="1580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Melompat tiga kali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623353" cy="23967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399319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Segitiga: 360 dibagi 3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618775"/>
            <a:ext cx="1878329" cy="1580856"/>
          </a:xfrm>
          <a:prstGeom prst="rect">
            <a:avLst/>
          </a:prstGeom>
        </p:spPr>
      </p:pic>
      <p:pic>
        <p:nvPicPr>
          <p:cNvPr id="13" name="Picture 12" descr="03-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74392" cy="16504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56158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mengulang blok di dalam pelukannya tepat 10 kali, lalu berhenti.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4223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Mengulang blok di dalamnya sebanyak N kali, lalu melanjutkan ke bawah.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84063"/>
            <a:ext cx="5532120" cy="111556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30367"/>
            <a:ext cx="5093208" cy="8229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 counted loop — jumlah pengulangan sudah diketahui sejak awal. Rumus segi-n: repeat (n) + turn right (360/n) degrees.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5000"/>
                </a:solidFill>
                <a:latin typeface="Arial"/>
              </a:rPr>
              <a:t>C-Block  (membungkus blok 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Bola memantul tanpa henti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429887" cy="20001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Selalu mengejar mouse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4712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73749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Animasi berjalan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693205"/>
            <a:ext cx="1578661" cy="1471213"/>
          </a:xfrm>
          <a:prstGeom prst="rect">
            <a:avLst/>
          </a:prstGeom>
        </p:spPr>
      </p:pic>
      <p:pic>
        <p:nvPicPr>
          <p:cNvPr id="13" name="Picture 12" descr="04-fore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74392" cy="15346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445764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mengulang blok di dalamnya terus-menerus dan tidak pernah berhenti sendiri.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640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Mengulang blok di dalamnya SELAMANYA, sampai proyek dihentikan.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68239"/>
            <a:ext cx="5532120" cy="123139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114543"/>
            <a:ext cx="5093208" cy="9387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Bawahnya sengaja dibuat RATA — tidak ada blok yang bisa dipasang setelah forever, karena ia tidak akan pernah selesai. Pola forever + if adalah inti setiap permainan.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repeat until &lt;&gt;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5000"/>
                </a:solidFill>
                <a:latin typeface="Arial"/>
              </a:rPr>
              <a:t>C-Block  (membungkus blok 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Jalan sampai kena tepi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08400" cy="1341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Turun sampai dasar panggung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94965" cy="10532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55743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Mengejar sampai tertangkap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75199"/>
            <a:ext cx="2438247" cy="1341757"/>
          </a:xfrm>
          <a:prstGeom prst="rect">
            <a:avLst/>
          </a:prstGeom>
        </p:spPr>
      </p:pic>
      <p:pic>
        <p:nvPicPr>
          <p:cNvPr id="13" name="Picture 12" descr="05-repeat-unt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74392" cy="16504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561588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mengulang terus sampai syaratnya benar, baru berhenti.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4205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Mengulang SELAMA kondisi masih salah; berhenti begitu kondisi menjadi benar.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76037"/>
            <a:ext cx="5532120" cy="1323595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022341"/>
            <a:ext cx="5093208" cy="1030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Logikanya TERBALIK dari while di bahasa lain. Di Scratch: mengulang SAMPAI benar, bukan SELAMA benar. Ini sumber kebingungan yang perlu ditegaskan.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if &lt;&gt; then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5000"/>
                </a:solidFill>
                <a:latin typeface="Arial"/>
              </a:rPr>
              <a:t>C-Block  (membungkus blok 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Nyawa berkurang saat kena musuh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116087" cy="1314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1726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Bergerak saat tombol ditekan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36720"/>
            <a:ext cx="2429117" cy="13147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01604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syarat sekaligus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35497"/>
            <a:ext cx="3180391" cy="964134"/>
          </a:xfrm>
          <a:prstGeom prst="rect">
            <a:avLst/>
          </a:prstGeom>
        </p:spPr>
      </p:pic>
      <p:pic>
        <p:nvPicPr>
          <p:cNvPr id="13" name="Picture 12" descr="06-if-th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74392" cy="16504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561588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menjalankan blok di dalamnya HANYA kalau syaratnya benar.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4205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blok di dalamnya HANYA BILA kondisi bernilai benar; bila salah dilewati.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76037"/>
            <a:ext cx="5532120" cy="132359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022341"/>
            <a:ext cx="5093208" cy="1030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Dicek satu kali saat blok dilewati. Untuk pengecekan terus-menerus, WAJIB dibungkus forever.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if &lt;&gt; then ... else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5000"/>
                </a:solidFill>
                <a:latin typeface="Arial"/>
              </a:rPr>
              <a:t>C-Block  (membungkus blok 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Kuis benar atau salah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48546" cy="22343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Lanjut atau berhenti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299618" cy="1842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84549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Menghadap kiri atau kanan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064948"/>
            <a:ext cx="2438247" cy="1842956"/>
          </a:xfrm>
          <a:prstGeom prst="rect">
            <a:avLst/>
          </a:prstGeom>
        </p:spPr>
      </p:pic>
      <p:pic>
        <p:nvPicPr>
          <p:cNvPr id="13" name="Picture 12" descr="07-if-then-el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631935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kalau syaratnya benar jalankan bagian atas; kalau salah, jalankan bagian bawah.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bagian pertama bila kondisi benar, bagian else bila salah.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1"/>
            <a:ext cx="5532120" cy="1074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5"/>
            <a:ext cx="5093208" cy="781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Salah satu bagian PASTI dijalankan. Untuk lebih dari dua pilihan, susun if-else bersarang (nested).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stop (all)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2D2D"/>
                </a:solidFill>
                <a:latin typeface="Arial"/>
              </a:rPr>
              <a:t>Cap  (penutup, tak bisa disambung)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Game over saat nyawa habis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442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Hentikan script lain saja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932757" cy="9069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0944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Menghentikan script ini saja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128901"/>
            <a:ext cx="2155767" cy="1739481"/>
          </a:xfrm>
          <a:prstGeom prst="rect">
            <a:avLst/>
          </a:prstGeom>
        </p:spPr>
      </p:pic>
      <p:pic>
        <p:nvPicPr>
          <p:cNvPr id="13" name="Picture 12" descr="08-stop-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37360" cy="723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63499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menghentikan program. Bisa dipilih: semua script, script ini saja, atau script 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563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Menghentikan script. Berubah jadi blok Stack bila memilih "other scripts in sprite".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all = seluruh script di semua sprite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this script = hanya script ini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other scripts in sprite = script lain di sprite 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81015"/>
            <a:ext cx="5532120" cy="11186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27319"/>
            <a:ext cx="5093208" cy="8260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Hanya opsi "other scripts in sprite" yang bisa disambung ke bawah, karena dua opsi lain memang mengakhiri jalannya script.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create clone of (myself)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Menghujani klon tiap setengah detik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864991" cy="22165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Menembakkan sprite lain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933782" cy="9324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3503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Membatasi jumlah klon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154487"/>
            <a:ext cx="2438247" cy="1482821"/>
          </a:xfrm>
          <a:prstGeom prst="rect">
            <a:avLst/>
          </a:prstGeom>
        </p:spPr>
      </p:pic>
      <p:pic>
        <p:nvPicPr>
          <p:cNvPr id="13" name="Picture 12" descr="09-create-clone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31546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membuat salinan sprite yang bisa jalan sendiri. Cocok untuk peluru atau musuh banyak.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Membuat satu klon baru saat proyek berjalan.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Klon mewarisi posisi, arah, ukuran, kostum, efek, dan nilai variabel lokal dari induknya PADA SAAT diklon.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when I start as a clone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Tetesan hujan jatuh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2042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Peluru terbang lalu lenyap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104000" cy="17120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71462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Tiap klon punya kecepatan sendiri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934078"/>
            <a:ext cx="2278846" cy="1475936"/>
          </a:xfrm>
          <a:prstGeom prst="rect">
            <a:avLst/>
          </a:prstGeom>
        </p:spPr>
      </p:pic>
      <p:pic>
        <p:nvPicPr>
          <p:cNvPr id="13" name="Picture 12" descr="10-when-i-start-as-a-cl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707386" cy="1071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9824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di bawahnya jalan tiap kali sebuah salinan baru lahir.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31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Script yang dijalankan oleh SETIAP KLON begitu klon itu lahir.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80915"/>
            <a:ext cx="5532120" cy="19187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27219"/>
            <a:ext cx="5093208" cy="1626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Hanya berjalan pada KLON, tidak pernah pada sprite aslinya. Kunci membuat banyak objek serupa (peluru, musuh, koin) tanpa menggandakan sprite manual.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delete this clone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2D2D"/>
                </a:solidFill>
                <a:latin typeface="Arial"/>
              </a:rPr>
              <a:t>Cap  (penutup, tak bisa disambung)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Lenyap setelah mengenai musuh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63454" cy="12116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Lenyap setelah dua detik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398626" cy="157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57318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Lenyap setelah keluar panggung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792642"/>
            <a:ext cx="2438247" cy="1869821"/>
          </a:xfrm>
          <a:prstGeom prst="rect">
            <a:avLst/>
          </a:prstGeom>
        </p:spPr>
      </p:pic>
      <p:pic>
        <p:nvPicPr>
          <p:cNvPr id="13" name="Picture 12" descr="11-delete-this-cl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055875" cy="723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63499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menghapus salinan ini supaya tidak menumpuk dan membuat proyek berat.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563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Menghapus klon yang sedang menjalankan blok ini. Tidak berpengaruh pada sprite asli.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7471"/>
            <a:ext cx="5532120" cy="2042161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303775"/>
            <a:ext cx="5093208" cy="17495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DIPAKAI. Batas Scratch adalah 300 KLON AKTIF; setelahnya create clone diabaikan diam-diam sehingga permainan tampak rusak dan makin lambat.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 ()  vs 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 berhenti setelah N kali; forever tidak pernah berhenti sendiri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 until  vs  while (bahasa lain)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Scratch mengulang SAMPAI benar; while mengulang SELAMA benar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if  vs  wait until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if mengecek sekali lalu lanjut; wait until menahan script sampai benar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stop (all)  vs  stop (this script)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Menghentikan semuanya vs hanya script yang bersangkutan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duplicate sprite  vs  create clone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duplicate saat mengedit (permanen); clone saat berjalan (sementara)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repeat  vs  forever</a:t>
            </a:r>
          </a:p>
        </p:txBody>
      </p:sp>
      <p:pic>
        <p:nvPicPr>
          <p:cNvPr id="10" name="Picture 9" descr="03-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1569626" cy="10910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berhenti setelah N kali</a:t>
            </a:r>
          </a:p>
        </p:txBody>
      </p:sp>
      <p:pic>
        <p:nvPicPr>
          <p:cNvPr id="12" name="Picture 11" descr="04-fore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21" y="4672583"/>
            <a:ext cx="1569626" cy="10145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9421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tidak pernah berhenti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if  vs  wait until</a:t>
            </a:r>
          </a:p>
        </p:txBody>
      </p:sp>
      <p:pic>
        <p:nvPicPr>
          <p:cNvPr id="15" name="Picture 14" descr="06-if-th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1569626" cy="10910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cek sekali, langsung lanjut</a:t>
            </a:r>
          </a:p>
        </p:txBody>
      </p:sp>
      <p:pic>
        <p:nvPicPr>
          <p:cNvPr id="17" name="Picture 16" descr="02-wait-unt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99" y="4672583"/>
            <a:ext cx="1368637" cy="5551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68999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menahan sampai benar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stop: all  vs  this script</a:t>
            </a:r>
          </a:p>
        </p:txBody>
      </p:sp>
      <p:pic>
        <p:nvPicPr>
          <p:cNvPr id="20" name="Picture 19" descr="08-stop-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672583"/>
            <a:ext cx="1148507" cy="4785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semua script mati</a:t>
            </a:r>
          </a:p>
        </p:txBody>
      </p:sp>
      <p:pic>
        <p:nvPicPr>
          <p:cNvPr id="22" name="Picture 21" descr="01-stop-this-scri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577" y="4672583"/>
            <a:ext cx="1684477" cy="4785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58577" y="5818529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hanya script ini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Mesin permainan</a:t>
            </a:r>
          </a:p>
        </p:txBody>
      </p:sp>
      <p:pic>
        <p:nvPicPr>
          <p:cNvPr id="6" name="Picture 5" descr="01-mesin-permai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484778" cy="36105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Peluru dengan klon</a:t>
            </a:r>
          </a:p>
        </p:txBody>
      </p:sp>
      <p:pic>
        <p:nvPicPr>
          <p:cNvPr id="8" name="Picture 7" descr="02-peluru-dengan-kl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2874043" cy="4221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AB19"/>
                </a:solidFill>
                <a:latin typeface="Arial"/>
              </a:rPr>
              <a:t>Percabangan bertingkat</a:t>
            </a:r>
          </a:p>
        </p:txBody>
      </p:sp>
      <p:pic>
        <p:nvPicPr>
          <p:cNvPr id="10" name="Picture 9" descr="03-percabangan-bertingk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2505807" cy="35386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if tanpa dibungkus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Tabrakan / tombol hanya dicek sekali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Bungkus dengan forever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Mencoba menyambung blok di bawah forever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Blok tidak bisa menempel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Taruh blok itu DI DALAM loop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delete this clone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Permainan melambat lalu klon berhenti muncul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Selalu akhiri hidup klon (batas 300)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Salah paham repeat until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Loop berjalan terbalik dari harapan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Tegaskan: mengulang SAMPAI benar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Terlalu banyak wait di loop kontrol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Kontrol pemain terasa berat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Kurangi atau hilangkan wait di loop kontrol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berkedip 10 kali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repeat, show, hide, wait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Menggambar segitiga dan segi enam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repeat, turn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bergerak terus dan memantul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forever, if on edge bounce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Kuis benar / salah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if-else, ask and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Bergerak sampai menyentuh garis finis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repeat until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Hujan koin dengan klon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create clone, when I start as a clone, delete this clone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Permainan tembak-tembakan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ketiga blok klon + broadcast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Apa beda repeat (10) dengan forever?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Mengapa tidak ada blok yang bisa dipasang di bawah forever?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repeat until &lt;touching (edge)?&gt; — kapan loop ini BERHENTI?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Apa akibatnya jika klon tidak pernah dihapus dengan delete this clone?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Blok apa yang harus dipakai agar setiap klon menjalankan kodenya sendiri?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repeat (10) mengulang tepat 10 kali lalu berhenti; forever mengulang tanpa akhir sampai proyek dihentikan.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Karena forever tidak pernah selesai, blok setelahnya tidak akan pernah dijalankan — bentuknya sengaja dibuat rata.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Berhenti begitu sprite MENYENTUH TEPI, yaitu saat kondisinya menjadi benar.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Klon menumpuk sampai batas 300; setelah itu klon baru tidak terbuat, permainan melambat dan tampak rusak.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5.  when I start as a clone.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Control (Kontrol)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ECCC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forever + if adalah pola inti setiap permainan Scratch.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repeat until berlogika terbalik dari while: mengulang SAMPAI benar.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Setiap create clone harus punya pasangan delete this clone — batasnya 300 klon.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