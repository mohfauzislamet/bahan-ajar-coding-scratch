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5" Type="http://schemas.openxmlformats.org/officeDocument/2006/relationships/image" Target="../media/image36.png"/><Relationship Id="rId6" Type="http://schemas.openxmlformats.org/officeDocument/2006/relationships/image" Target="../media/image4.png"/><Relationship Id="rId7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0C6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Events (Kejadian)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5D8"/>
                </a:solidFill>
                <a:latin typeface="Arial"/>
              </a:rPr>
              <a:t>9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Menentukan KAPAN sebuah script mulai berjalan.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Kategori paling penting untuk pemula. Aturan kelas: setiap script diawali blok kuning.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(KEJADIAN)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F00"/>
                </a:solidFill>
                <a:latin typeface="Arial"/>
              </a:rPr>
              <a:t>Pemicu pemain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when green flag clicked, when key pressed, when this sprite clicked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F00"/>
                </a:solidFill>
                <a:latin typeface="Arial"/>
              </a:rPr>
              <a:t>Pemicu panggung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when stage clicked, when backdrop switches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F00"/>
                </a:solidFill>
                <a:latin typeface="Arial"/>
              </a:rPr>
              <a:t>Pemicu sensor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when (loudness / timer) &gt; 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F00"/>
                </a:solidFill>
                <a:latin typeface="Arial"/>
              </a:rPr>
              <a:t>Pesan siaran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when I receive, broadcast, broadcast and wait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22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Tanpa blok Events, script tidak akan pernah berjalan sendiri saat bendera hijau diklik.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green flag clicked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15340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Script reset wajib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339698" cy="18464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00618" y="1618488"/>
            <a:ext cx="15340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Beberapa script jalan bersamaan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18" y="1837943"/>
            <a:ext cx="1325815" cy="34290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08996" y="1618488"/>
            <a:ext cx="15340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Menyiapkan skor dan nyawa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996" y="1837943"/>
            <a:ext cx="1534058" cy="1180044"/>
          </a:xfrm>
          <a:prstGeom prst="rect">
            <a:avLst/>
          </a:prstGeom>
        </p:spPr>
      </p:pic>
      <p:pic>
        <p:nvPicPr>
          <p:cNvPr id="13" name="Picture 12" descr="01-when-green-flag-cli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157222" cy="1071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824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semua blok di bawahnya jalan begitu bendera hijau ditekan. Ini pintu masuk program.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31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script di bawahnya saat bendera hijau ditekan.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80915"/>
            <a:ext cx="5532120" cy="191871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27219"/>
            <a:ext cx="5093208" cy="16261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Boleh dipakai BERKALI-KALI dalam satu sprite; semuanya berjalan bersamaan (paralel). Kalau siswa mengeluh "tidak terjadi apa-apa", 90% penyebabnya blok ini tidak 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(space) key pressed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Lompat dengan spasi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149395" cy="1852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Satu script tiap tombol arah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21578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4160427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Tombol huruf untuk senyap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379883"/>
            <a:ext cx="1886031" cy="1036467"/>
          </a:xfrm>
          <a:prstGeom prst="rect">
            <a:avLst/>
          </a:prstGeom>
        </p:spPr>
      </p:pic>
      <p:pic>
        <p:nvPicPr>
          <p:cNvPr id="13" name="Picture 12" descr="02-when-key-pres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662934" cy="1071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824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di bawahnya jalan tiap kali tombol yang dipilih ditekan.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31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script saat tombol keyboard tertentu ditekan.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space, panah, huruf a-z, angka 0-9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any = tombol apa saja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75859"/>
            <a:ext cx="5532120" cy="1223773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22163"/>
            <a:ext cx="5093208" cy="9311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JEBAKAN GAME: blok ini punya jeda ulang seperti menahan tombol saat mengetik, sehingga gerakan TERSENDAT. Untuk kontrol mulus gunakan forever + if &lt;key () pressed?&gt;.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this sprite clicked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Tombol mulai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504614" cy="13117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Menambah skor saat diklik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782389" cy="16820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68461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Sprite menjelaskan dirinya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904074"/>
            <a:ext cx="2438247" cy="941348"/>
          </a:xfrm>
          <a:prstGeom prst="rect">
            <a:avLst/>
          </a:prstGeom>
        </p:spPr>
      </p:pic>
      <p:pic>
        <p:nvPicPr>
          <p:cNvPr id="13" name="Picture 12" descr="03-when-this-sprite-cli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23210" cy="1071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824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di bawahnya jalan tiap sprite ini diklik. Cocok untuk membuat tombol.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31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script saat sprite tersebut diklik pemain.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80915"/>
            <a:ext cx="5532120" cy="191871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27219"/>
            <a:ext cx="5093208" cy="16261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Sprite yang sedang hide TIDAK bisa diklik. Klik hanya terdeteksi pada bagian gambar yang tidak transparan.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stage clicked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Klik di mana saja untuk mulai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978402" cy="13046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0721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Klik latar untuk menembak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26668"/>
            <a:ext cx="2438247" cy="13046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Bandingkan: sprite vs latar yang diklik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1837943"/>
            <a:ext cx="2213672" cy="2716293"/>
          </a:xfrm>
          <a:prstGeom prst="rect">
            <a:avLst/>
          </a:prstGeom>
        </p:spPr>
      </p:pic>
      <p:pic>
        <p:nvPicPr>
          <p:cNvPr id="13" name="Picture 12" descr="04-when-stage-cli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59914" cy="1071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824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di bawahnya jalan tiap panggungnya yang diklik, bukan spritenya.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31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Versi blok sebelumnya yang muncul saat Stage yang dipilih — dipicu saat latar diklik.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04943"/>
            <a:ext cx="5532120" cy="1694689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51247"/>
            <a:ext cx="5093208" cy="14020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Blok ini menggantikan when this sprite clicked di palet Stage. Itulah sebabnya jumlah blok Events kadang disebut 8, kadang 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backdrop switches to (Level2)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Musuh muncul di level 2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504624" cy="13223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2485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Musik ganti tiap adegan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44309"/>
            <a:ext cx="2520181" cy="9489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65785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Menyiapkan tingkat kesulitan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77314"/>
            <a:ext cx="2504624" cy="1322317"/>
          </a:xfrm>
          <a:prstGeom prst="rect">
            <a:avLst/>
          </a:prstGeom>
        </p:spPr>
      </p:pic>
      <p:pic>
        <p:nvPicPr>
          <p:cNvPr id="13" name="Picture 12" descr="05-when-backdrop-switch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425696" cy="1017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2818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di bawahnya jalan tiap latar berganti ke backdrop itu. Berguna untuk pindah level.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0882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script saat latar panggung berganti ke backdrop tertentu.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50656"/>
            <a:ext cx="5532120" cy="174897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596960"/>
            <a:ext cx="5093208" cy="1456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Cara paling rapi membuat permainan berlevel atau cerita berbabak. Tidak terpicu bila backdrop diganti ke latar yang SUDAH aktif.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(loudness) &gt; (10)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Bertepuk untuk melompat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823058" cy="16355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Suara keras memicu pesan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823058" cy="91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91781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Timer sebagai pemicu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137272"/>
            <a:ext cx="2438247" cy="1215372"/>
          </a:xfrm>
          <a:prstGeom prst="rect">
            <a:avLst/>
          </a:prstGeom>
        </p:spPr>
      </p:pic>
      <p:pic>
        <p:nvPicPr>
          <p:cNvPr id="13" name="Picture 12" descr="06-when-loudness-grea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518153" cy="1071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824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di bawahnya jalan kalau suara di sekitar melebihi angka itu. Perlu mikrofon.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31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script saat nilai sensor melampaui ambang batas.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loudness = tingkat suara mikrofon (0-100)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timer = waktu berjalan (detik)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75859"/>
            <a:ext cx="5532120" cy="122377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22163"/>
            <a:ext cx="5093208" cy="9311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Perlu izin mikrofon dari browser. Sangat disukai siswa — cocok untuk demo "coding yang bisa mendengar".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I receive (mulai)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Semua sprite bereaksi bersamaan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943400" cy="15295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532063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Mengakhiri permainan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51519"/>
            <a:ext cx="2438247" cy="1889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Satu pesan, banyak reaksi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1837943"/>
            <a:ext cx="2087355" cy="2285294"/>
          </a:xfrm>
          <a:prstGeom prst="rect">
            <a:avLst/>
          </a:prstGeom>
        </p:spPr>
      </p:pic>
      <p:pic>
        <p:nvPicPr>
          <p:cNvPr id="13" name="Picture 12" descr="07-when-i-rece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127248" cy="1071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824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di bawahnya jalan begitu pesan itu disiarkan. Cara sprite saling memberi aba-aba.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31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script saat pesan siaran (broadcast) tertentu diterima.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04943"/>
            <a:ext cx="5532120" cy="1694689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51247"/>
            <a:ext cx="5093208" cy="14020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Semua sprite DAN Stage bisa menerima pesan yang sama. Satu pesan bisa memicu banyak script sekaligus.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broadcast (mulai)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Tombol mengirim pesan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660546" cy="14476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45019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Kirim saat syarat tercapai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69647"/>
            <a:ext cx="2273670" cy="124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07752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Pengirim langsung lanjut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96976"/>
            <a:ext cx="3252967" cy="902655"/>
          </a:xfrm>
          <a:prstGeom prst="rect">
            <a:avLst/>
          </a:prstGeom>
        </p:spPr>
      </p:pic>
      <p:pic>
        <p:nvPicPr>
          <p:cNvPr id="13" name="Picture 12" descr="08-broadc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67843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menyiarkan pesan ke semua sprite lalu langsung lanjut, tanpa menunggu.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Mengirim pesan siaran ke seluruh proyek, lalu LANGSUNG melanjutkan.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Mekanisme komunikasi antar-sprite. Sprite tidak bisa memerintah sprite lain secara langsung — mereka "berteriak" lewat pesan.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broadcast (mulai) and wait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Menunggu semua penerima selesai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290970" cy="1260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Cerita berurutan rapi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7836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786220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Bandingkan dengan broadcast biasa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005676"/>
            <a:ext cx="1980053" cy="1816412"/>
          </a:xfrm>
          <a:prstGeom prst="rect">
            <a:avLst/>
          </a:prstGeom>
        </p:spPr>
      </p:pic>
      <p:pic>
        <p:nvPicPr>
          <p:cNvPr id="13" name="Picture 12" descr="09-broadcast-and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706367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menyiarkan pesan lalu menunggu sampai semua penerimanya selesai bekerja.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Mengirim pesan lalu MENUNGGU semua script penerima selesai, baru melanjutkan.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Inilah cara membuat urutan adegan yang tidak saling menyerobot. Tanpa "and wait", semua babak berjalan bersamaan dan berantakan.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() key pressed  vs  if &lt;key () pressed?&gt;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Hat block TERSENDAT; Sensing dalam forever MULUS — pakai untuk game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broadcast  vs  broadcast and wait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Yang pertama jalan terus; yang kedua menunggu penerima selesai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green flag clicked  vs  when I receive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Bendera dipicu pemain; broadcast dipicu program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backdrop switches to  vs  when I receive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Backdrop = pemicu visual (level); broadcast = pemicu logika (bebas)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39896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50791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broadcast  vs  broadcast and wait</a:t>
            </a:r>
          </a:p>
        </p:txBody>
      </p:sp>
      <p:pic>
        <p:nvPicPr>
          <p:cNvPr id="10" name="Picture 9" descr="08-broad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88536"/>
            <a:ext cx="1337310" cy="419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744376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kirim lalu langsung lanjut</a:t>
            </a:r>
          </a:p>
        </p:txBody>
      </p:sp>
      <p:pic>
        <p:nvPicPr>
          <p:cNvPr id="12" name="Picture 11" descr="09-broadcast-and-w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28424"/>
            <a:ext cx="1850547" cy="419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584265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tunggu penerima selesai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050791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hat tombol  vs  boolean tombol</a:t>
            </a:r>
          </a:p>
        </p:txBody>
      </p:sp>
      <p:pic>
        <p:nvPicPr>
          <p:cNvPr id="15" name="Picture 14" descr="02-when-key-pr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288536"/>
            <a:ext cx="1828861" cy="5349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4860036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memulai script sendiri</a:t>
            </a:r>
          </a:p>
        </p:txBody>
      </p:sp>
      <p:pic>
        <p:nvPicPr>
          <p:cNvPr id="17" name="Picture 16" descr="07-key-pres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5244083"/>
            <a:ext cx="1742117" cy="3036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38218" y="5584265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dipasang di dalam 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050791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bendera hijau  vs  when I receive</a:t>
            </a:r>
          </a:p>
        </p:txBody>
      </p:sp>
      <p:pic>
        <p:nvPicPr>
          <p:cNvPr id="20" name="Picture 19" descr="01-when-green-flag-clic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288536"/>
            <a:ext cx="1077076" cy="5349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4860036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dipicu pemain</a:t>
            </a:r>
          </a:p>
        </p:txBody>
      </p:sp>
      <p:pic>
        <p:nvPicPr>
          <p:cNvPr id="22" name="Picture 21" descr="07-when-i-rece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796" y="5244083"/>
            <a:ext cx="1561399" cy="5349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7796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dipicu script lain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F00"/>
                </a:solidFill>
                <a:latin typeface="Arial"/>
              </a:rPr>
              <a:t>Dialog dua sprite</a:t>
            </a:r>
          </a:p>
        </p:txBody>
      </p:sp>
      <p:pic>
        <p:nvPicPr>
          <p:cNvPr id="6" name="Picture 5" descr="01-dialog-dua-sp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640527" cy="2712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3458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F00"/>
                </a:solidFill>
                <a:latin typeface="Arial"/>
              </a:rPr>
              <a:t>Cerita berurutan</a:t>
            </a:r>
          </a:p>
        </p:txBody>
      </p:sp>
      <p:pic>
        <p:nvPicPr>
          <p:cNvPr id="8" name="Picture 7" descr="02-cerita-berurut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1828800"/>
            <a:ext cx="2514788" cy="19579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8276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F00"/>
                </a:solidFill>
                <a:latin typeface="Arial"/>
              </a:rPr>
              <a:t>Kontrol game yang benar</a:t>
            </a:r>
          </a:p>
        </p:txBody>
      </p:sp>
      <p:pic>
        <p:nvPicPr>
          <p:cNvPr id="10" name="Picture 9" descr="03-kontrol-game-yang-ben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828800"/>
            <a:ext cx="3484778" cy="36105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Script tanpa hat block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Bendera hijau diklik, tidak terjadi apa-apa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when green flag clicked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Kontrol game pakai when () key pressed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Gerakan tersendat saat tombol ditahan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Ganti ke forever + if &lt;key () pressed?&gt;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broadcast padahal butuh urutan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Adegan tumpang tindih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Pakai broadcast () and wait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Pesan diberi nama message1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besar jadi tidak terbaca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Beri nama bermakna: mulai, game over, level2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this sprite clicked pada sprite yang di-hide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Klik tidak berfungsi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Pastikan sprite dalam keadaan show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FFBF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menyapa saat bendera hijau diklik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green flag clicked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mengeong saat diklik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this sprite clicked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melompat saat spasi ditekan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(space) key pressed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melompat saat kamu bertepuk tangan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(loudness) &gt; ()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Dua sprite berdialog bergantian rapi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broadcast, when I receive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Cerita 3 babak berurutan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broadcast () and wait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Mengapa kontrol permainan sebaiknya TIDAK memakai when () key pressed?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Apa beda broadcast dengan broadcast and wait?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Berapa sprite yang bisa menanggapi satu pesan broadcast?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Sprite kamu tidak bereaksi saat diklik. Sebutkan dua kemungkinan penyebabnya.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DB7"/>
                </a:solidFill>
                <a:latin typeface="Arial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Karena blok itu punya jeda ulang sehingga gerakan tersendat; gunakan forever + if &lt;key () pressed?&gt; dari Sensing.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broadcast langsung lanjut tanpa menunggu; broadcast and wait menunggu semua script penerima selesai lebih dulu.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Tidak terbatas — semua sprite dan Stage yang punya when I receive dengan pesan sama akan menanggapi.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Sprite sedang hide; script tidak diawali when this sprite clicked; atau yang diklik adalah area transparan kostum.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Events (Kejadian)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0C6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Setiap script wajib diawali blok kuning, kalau tidak ia tidak akan pernah berjalan.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Untuk kontrol permainan, pakai Sensing di dalam forever — bukan when () key pressed.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broadcast = pengeras suara sekolah: pengirim tidak perlu tahu siapa yang mendengar.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