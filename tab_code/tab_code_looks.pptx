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64.png"/><Relationship Id="rId7" Type="http://schemas.openxmlformats.org/officeDocument/2006/relationships/image" Target="../media/image8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7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DDFF"/>
                </a:solidFill>
                <a:latin typeface="Arial"/>
              </a:rPr>
              <a:t>BAHAN AJAR SCRATCH  |  TAB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Looks (Tampilan)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FE8FF"/>
                </a:solidFill>
                <a:latin typeface="Arial"/>
              </a:rPr>
              <a:t>21 blok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Mengatur rupa sprite dan latar panggung.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Sebagian khusus Sprite, sebagian khusus Stage, sebagian bisa keduanya.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(TAMPILAN)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Peta Kategori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795528"/>
          </a:xfrm>
          <a:prstGeom prst="roundRect">
            <a:avLst>
              <a:gd name="adj" fmla="val 6000"/>
            </a:avLst>
          </a:prstGeom>
          <a:solidFill>
            <a:srgbClr val="F4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17904"/>
            <a:ext cx="503514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966FF"/>
                </a:solidFill>
                <a:latin typeface="Arial"/>
              </a:rPr>
              <a:t>Berbicara (Sprite)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say, say for secs, think, think for secs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795528"/>
          </a:xfrm>
          <a:prstGeom prst="roundRect">
            <a:avLst>
              <a:gd name="adj" fmla="val 6000"/>
            </a:avLst>
          </a:prstGeom>
          <a:solidFill>
            <a:srgbClr val="F4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3319" y="1517904"/>
            <a:ext cx="503514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966FF"/>
                </a:solidFill>
                <a:latin typeface="Arial"/>
              </a:rPr>
              <a:t>Kostum (Sprite)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switch costume to, next costume, (costume)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95728"/>
            <a:ext cx="5364327" cy="795528"/>
          </a:xfrm>
          <a:prstGeom prst="roundRect">
            <a:avLst>
              <a:gd name="adj" fmla="val 6000"/>
            </a:avLst>
          </a:prstGeom>
          <a:solidFill>
            <a:srgbClr val="F4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96312"/>
            <a:ext cx="503514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966FF"/>
                </a:solidFill>
                <a:latin typeface="Arial"/>
              </a:rPr>
              <a:t>Backdrop (Stage)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switch backdrop to, ... and wait, next backdrop, (backdrop)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395728"/>
            <a:ext cx="5364327" cy="795528"/>
          </a:xfrm>
          <a:prstGeom prst="roundRect">
            <a:avLst>
              <a:gd name="adj" fmla="val 6000"/>
            </a:avLst>
          </a:prstGeom>
          <a:solidFill>
            <a:srgbClr val="F4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3319" y="2496312"/>
            <a:ext cx="503514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966FF"/>
                </a:solidFill>
                <a:latin typeface="Arial"/>
              </a:rPr>
              <a:t>Ukuran (Sprite)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change size by, set size to, (size)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74136"/>
            <a:ext cx="5364327" cy="795528"/>
          </a:xfrm>
          <a:prstGeom prst="roundRect">
            <a:avLst>
              <a:gd name="adj" fmla="val 6000"/>
            </a:avLst>
          </a:prstGeom>
          <a:solidFill>
            <a:srgbClr val="F4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74720"/>
            <a:ext cx="503514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966FF"/>
                </a:solidFill>
                <a:latin typeface="Arial"/>
              </a:rPr>
              <a:t>Terlihat (Sprite)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show, hide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3374136"/>
            <a:ext cx="5364327" cy="795528"/>
          </a:xfrm>
          <a:prstGeom prst="roundRect">
            <a:avLst>
              <a:gd name="adj" fmla="val 6000"/>
            </a:avLst>
          </a:prstGeom>
          <a:solidFill>
            <a:srgbClr val="F4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3474720"/>
            <a:ext cx="503514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966FF"/>
                </a:solidFill>
                <a:latin typeface="Arial"/>
              </a:rPr>
              <a:t>Lapisan (Sprite)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go to layer, go layers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52544"/>
            <a:ext cx="5364327" cy="795528"/>
          </a:xfrm>
          <a:prstGeom prst="roundRect">
            <a:avLst>
              <a:gd name="adj" fmla="val 6000"/>
            </a:avLst>
          </a:prstGeom>
          <a:solidFill>
            <a:srgbClr val="F4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453128"/>
            <a:ext cx="503514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966FF"/>
                </a:solidFill>
                <a:latin typeface="Arial"/>
              </a:rPr>
              <a:t>Efek grafis (Sprite &amp; Stage)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change effect by, set effect to, clear graphic effects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22392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040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26A00"/>
                </a:solidFill>
                <a:latin typeface="Arial"/>
              </a:rPr>
              <a:t>Bekal wajib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Kostum milik Sprite, backdrop milik Stage. Setiap sprite wajib punya minimal satu kostum.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say [Hello!] for (2)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Perkenalan berurutan</a:t>
            </a:r>
          </a:p>
        </p:txBody>
      </p:sp>
      <p:pic>
        <p:nvPicPr>
          <p:cNvPr id="8" name="Picture 7" descr="0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264336" cy="15992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60177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Menanggapi jawaban kuis</a:t>
            </a:r>
          </a:p>
        </p:txBody>
      </p:sp>
      <p:pic>
        <p:nvPicPr>
          <p:cNvPr id="10" name="Picture 9" descr="0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821234"/>
            <a:ext cx="2756341" cy="13734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35929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Menggabungkan teks dengan angka</a:t>
            </a:r>
          </a:p>
        </p:txBody>
      </p:sp>
      <p:pic>
        <p:nvPicPr>
          <p:cNvPr id="12" name="Picture 11" descr="0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578749"/>
            <a:ext cx="3819367" cy="620882"/>
          </a:xfrm>
          <a:prstGeom prst="rect">
            <a:avLst/>
          </a:prstGeom>
        </p:spPr>
      </p:pic>
      <p:pic>
        <p:nvPicPr>
          <p:cNvPr id="13" name="Picture 12" descr="01-say-for-seco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938016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sprite memunculkan balon bicara selama 2 detik, lalu balonnya hilang sendiri.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Menampilkan balon bicara selama N detik, lalu balon hilang sendiri.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Script MENUNGGU sampai durasi habis (blocking) — cocok untuk dialog berurutan.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say [Hello!]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Papan skor yang selalu tampak</a:t>
            </a:r>
          </a:p>
        </p:txBody>
      </p:sp>
      <p:pic>
        <p:nvPicPr>
          <p:cNvPr id="8" name="Picture 7" descr="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13195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Menghapus balon kata</a:t>
            </a:r>
          </a:p>
        </p:txBody>
      </p:sp>
      <p:pic>
        <p:nvPicPr>
          <p:cNvPr id="10" name="Picture 9" descr="0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635060" cy="14725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475046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Balon tetap sambil sprite bergerak</a:t>
            </a:r>
          </a:p>
        </p:txBody>
      </p:sp>
      <p:pic>
        <p:nvPicPr>
          <p:cNvPr id="12" name="Picture 11" descr="0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694502"/>
            <a:ext cx="1654183" cy="1778486"/>
          </a:xfrm>
          <a:prstGeom prst="rect">
            <a:avLst/>
          </a:prstGeom>
        </p:spPr>
      </p:pic>
      <p:pic>
        <p:nvPicPr>
          <p:cNvPr id="13" name="Picture 12" descr="02-s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809750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sprite memunculkan balon bicara yang menempel terus sampai diganti.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Menampilkan balon bicara TANPA batas waktu; balon tetap ada sampai diganti.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Cara menghapus balon: say [] dengan kolom DIKOSONGKAN. Ini pertanyaan langganan siswa: "Pak, balonnya nggak mau hilang!"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think [Hmm...] for (2)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Berpikir sebelum menjawab</a:t>
            </a:r>
          </a:p>
        </p:txBody>
      </p:sp>
      <p:pic>
        <p:nvPicPr>
          <p:cNvPr id="8" name="Picture 7" descr="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09156" cy="8540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85661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Ragu saat jawabannya salah</a:t>
            </a:r>
          </a:p>
        </p:txBody>
      </p:sp>
      <p:pic>
        <p:nvPicPr>
          <p:cNvPr id="10" name="Picture 9" descr="0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076074"/>
            <a:ext cx="2820083" cy="12408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48150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Bergantian berpikir dan bicara</a:t>
            </a:r>
          </a:p>
        </p:txBody>
      </p:sp>
      <p:pic>
        <p:nvPicPr>
          <p:cNvPr id="12" name="Picture 11" descr="0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700959"/>
            <a:ext cx="2151320" cy="1498672"/>
          </a:xfrm>
          <a:prstGeom prst="rect">
            <a:avLst/>
          </a:prstGeom>
        </p:spPr>
      </p:pic>
      <p:pic>
        <p:nvPicPr>
          <p:cNvPr id="13" name="Picture 12" descr="03-think-for-seco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140708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balon berpikir (bulat-bulat kecil) muncul selama 2 detik lalu hilang.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Sama seperti say for seconds, tetapi berbentuk balon pikiran (bulatan-bulatan).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Bagus untuk menunjukkan tokoh sedang berpikir atau ragu dalam cerita.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think [Hmm...]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Berpikir tanpa batas waktu</a:t>
            </a:r>
          </a:p>
        </p:txBody>
      </p:sp>
      <p:pic>
        <p:nvPicPr>
          <p:cNvPr id="8" name="Picture 7" descr="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042932" cy="1263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26603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isi variabel</a:t>
            </a:r>
          </a:p>
        </p:txBody>
      </p:sp>
      <p:pic>
        <p:nvPicPr>
          <p:cNvPr id="10" name="Picture 9" descr="0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485492"/>
            <a:ext cx="1345545" cy="1066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1667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Berpikir sambil menunggu tombol</a:t>
            </a:r>
          </a:p>
        </p:txBody>
      </p:sp>
      <p:pic>
        <p:nvPicPr>
          <p:cNvPr id="12" name="Picture 11" descr="0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36131"/>
            <a:ext cx="2723909" cy="1263500"/>
          </a:xfrm>
          <a:prstGeom prst="rect">
            <a:avLst/>
          </a:prstGeom>
        </p:spPr>
      </p:pic>
      <p:pic>
        <p:nvPicPr>
          <p:cNvPr id="13" name="Picture 12" descr="04-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012442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balon berpikir muncul dan menempel terus sampai diganti.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Balon pikiran tanpa batas waktu. Dihapus dengan think [] kosong.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5269"/>
            <a:ext cx="5532120" cy="2134363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211573"/>
            <a:ext cx="5093208" cy="18417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Bedanya dengan say cuma bentuk balonnya. Balon ini menetap sampai diganti atau dikosongkan dengan think [] — bukan hilang sendiri.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switch costume to (costume2)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Animasi dua kostum</a:t>
            </a:r>
          </a:p>
        </p:txBody>
      </p:sp>
      <p:pic>
        <p:nvPicPr>
          <p:cNvPr id="8" name="Picture 7" descr="0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219333" cy="20683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Kostum terluka lalu pulih</a:t>
            </a:r>
          </a:p>
        </p:txBody>
      </p:sp>
      <p:pic>
        <p:nvPicPr>
          <p:cNvPr id="10" name="Picture 9" descr="0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766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768944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Menghadap sesuai tombol</a:t>
            </a:r>
          </a:p>
        </p:txBody>
      </p:sp>
      <p:pic>
        <p:nvPicPr>
          <p:cNvPr id="12" name="Picture 11" descr="0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988400"/>
            <a:ext cx="2166492" cy="1283288"/>
          </a:xfrm>
          <a:prstGeom prst="rect">
            <a:avLst/>
          </a:prstGeom>
        </p:spPr>
      </p:pic>
      <p:pic>
        <p:nvPicPr>
          <p:cNvPr id="13" name="Picture 12" descr="05-switch-costume-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039362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mengganti 'baju' atau gambar sprite ke kostum yang dipilih.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Mengganti tampilan sprite ke kostum tertentu.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9267"/>
            <a:ext cx="5532120" cy="215036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95571"/>
            <a:ext cx="5093208" cy="1857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Kolomnya juga bisa diisi angka atau blok reporter, mis. switch costume to (pick random (1) to (4)).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next costume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Berjalan sambil bergerak</a:t>
            </a:r>
          </a:p>
        </p:txBody>
      </p:sp>
      <p:pic>
        <p:nvPicPr>
          <p:cNvPr id="8" name="Picture 7" descr="0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340227" cy="27690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Ganti kostum saat diklik</a:t>
            </a:r>
          </a:p>
        </p:txBody>
      </p:sp>
      <p:pic>
        <p:nvPicPr>
          <p:cNvPr id="10" name="Picture 9" descr="0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389237" cy="14948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497340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Animasi cepat sebentar</a:t>
            </a:r>
          </a:p>
        </p:txBody>
      </p:sp>
      <p:pic>
        <p:nvPicPr>
          <p:cNvPr id="12" name="Picture 11" descr="0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716796"/>
            <a:ext cx="2438247" cy="2278965"/>
          </a:xfrm>
          <a:prstGeom prst="rect">
            <a:avLst/>
          </a:prstGeom>
        </p:spPr>
      </p:pic>
      <p:pic>
        <p:nvPicPr>
          <p:cNvPr id="13" name="Picture 12" descr="06-next-costu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751838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ganti ke kostum berikutnya. Kalau diulang cepat, sprite terlihat bergerak seperti animasi.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Berpindah ke kostum berikutnya; setelah yang terakhir kembali ke yang pertama.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BLOK PALING PENTING UNTUK ANIMASI. Kecepatan animasi diatur lewat wait, bukan lewat blok ini. Tanpa wait, animasi terlihat bergetar.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(costume [number])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Bereaksi pada kostum tertentu</a:t>
            </a:r>
          </a:p>
        </p:txBody>
      </p:sp>
      <p:pic>
        <p:nvPicPr>
          <p:cNvPr id="8" name="Picture 7" descr="0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810291" cy="13182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3207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nomor kostum</a:t>
            </a:r>
          </a:p>
        </p:txBody>
      </p:sp>
      <p:pic>
        <p:nvPicPr>
          <p:cNvPr id="10" name="Picture 9" descr="0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40244"/>
            <a:ext cx="2302427" cy="5236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22852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Berhenti di kostum ketiga</a:t>
            </a:r>
          </a:p>
        </p:txBody>
      </p:sp>
      <p:pic>
        <p:nvPicPr>
          <p:cNvPr id="12" name="Picture 11" descr="0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47981"/>
            <a:ext cx="3756116" cy="1751650"/>
          </a:xfrm>
          <a:prstGeom prst="rect">
            <a:avLst/>
          </a:prstGeom>
        </p:spPr>
      </p:pic>
      <p:pic>
        <p:nvPicPr>
          <p:cNvPr id="13" name="Picture 12" descr="07-costume-nu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881122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sprite sedang memakai kostum nomor berapa (atau namanya apa).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nomor atau nama kostum yang sedang dipakai.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number = angka urut, mulai dari 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name = nama kostum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2562"/>
            <a:ext cx="5532120" cy="168707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58866"/>
            <a:ext cx="5093208" cy="1394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Pilih [number] bila mau dibandingkan dengan angka, [name] bila mau dibandingkan dengan teks. Membandingkan number dengan teks nama akan selalu bernilai salah.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switch backdrop to (Blue Sky)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Pindah level saat skor cukup</a:t>
            </a:r>
          </a:p>
        </p:txBody>
      </p:sp>
      <p:pic>
        <p:nvPicPr>
          <p:cNvPr id="8" name="Picture 7" descr="0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12897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Layar menang</a:t>
            </a:r>
          </a:p>
        </p:txBody>
      </p:sp>
      <p:pic>
        <p:nvPicPr>
          <p:cNvPr id="10" name="Picture 9" descr="0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11744" cy="10777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080312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Latar awal saat mulai</a:t>
            </a:r>
          </a:p>
        </p:txBody>
      </p:sp>
      <p:pic>
        <p:nvPicPr>
          <p:cNvPr id="12" name="Picture 11" descr="0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299768"/>
            <a:ext cx="2235060" cy="1501819"/>
          </a:xfrm>
          <a:prstGeom prst="rect">
            <a:avLst/>
          </a:prstGeom>
        </p:spPr>
      </p:pic>
      <p:pic>
        <p:nvPicPr>
          <p:cNvPr id="13" name="Picture 12" descr="08-switch-backdrop-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02488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mengganti gambar latar panggung ke backdrop yang dipilih.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Mengganti latar belakang panggung.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Meski milik Stage, blok ini JUGA bisa dipakai dari sprite. Sering dipakai untuk berpindah level.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switch backdrop to (...) and wait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Menunggu skrip latar selesai</a:t>
            </a:r>
          </a:p>
        </p:txBody>
      </p:sp>
      <p:pic>
        <p:nvPicPr>
          <p:cNvPr id="8" name="Picture 7" descr="0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749015" cy="8776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88023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Cerita berurutan rapi</a:t>
            </a:r>
          </a:p>
        </p:txBody>
      </p:sp>
      <p:pic>
        <p:nvPicPr>
          <p:cNvPr id="10" name="Picture 9" descr="09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099689"/>
            <a:ext cx="2889777" cy="8776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14197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Bandingkan: tanpa dan dengan and wait</a:t>
            </a:r>
          </a:p>
        </p:txBody>
      </p:sp>
      <p:pic>
        <p:nvPicPr>
          <p:cNvPr id="12" name="Picture 11" descr="09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361435"/>
            <a:ext cx="2749015" cy="1838196"/>
          </a:xfrm>
          <a:prstGeom prst="rect">
            <a:avLst/>
          </a:prstGeom>
        </p:spPr>
      </p:pic>
      <p:pic>
        <p:nvPicPr>
          <p:cNvPr id="13" name="Picture 12" descr="09-switch-backdrop-to-and-w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425696" cy="7355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64659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ganti latar, lalu tunggu dulu sampai semua reaksi latar itu selesai jalan.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2724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Mengganti latar, lalu MENUNGGU semua script "when backdrop switches to" selesai.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9073"/>
            <a:ext cx="5532120" cy="2030559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315377"/>
            <a:ext cx="5093208" cy="1737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Versi lanjutan; berguna agar urutan cerita tidak saling mendahului.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next backdrop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Slideshow otomatis</a:t>
            </a:r>
          </a:p>
        </p:txBody>
      </p:sp>
      <p:pic>
        <p:nvPicPr>
          <p:cNvPr id="8" name="Picture 7" descr="10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698554" cy="22099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Ganti latar saat spasi</a:t>
            </a:r>
          </a:p>
        </p:txBody>
      </p:sp>
      <p:pic>
        <p:nvPicPr>
          <p:cNvPr id="10" name="Picture 9" descr="10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310399" cy="11141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116641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Naik level tiap 10 poin</a:t>
            </a:r>
          </a:p>
        </p:txBody>
      </p:sp>
      <p:pic>
        <p:nvPicPr>
          <p:cNvPr id="12" name="Picture 11" descr="10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336097"/>
            <a:ext cx="2438247" cy="1771610"/>
          </a:xfrm>
          <a:prstGeom prst="rect">
            <a:avLst/>
          </a:prstGeom>
        </p:spPr>
      </p:pic>
      <p:pic>
        <p:nvPicPr>
          <p:cNvPr id="13" name="Picture 12" descr="10-next-backd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838706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ganti ke gambar latar berikutnya.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Berpindah ke backdrop berikutnya, berputar kembali ke awal setelah yang terakhir.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5269"/>
            <a:ext cx="5532120" cy="2134363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211573"/>
            <a:ext cx="5093208" cy="18417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Setelah backdrop terakhir ia kembali ke yang pertama. Untuk pindah ke latar tertentu jangan pakai ini — pakai switch backdrop 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(backdrop [number])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Kesulitan mengikuti latar</a:t>
            </a:r>
          </a:p>
        </p:txBody>
      </p:sp>
      <p:pic>
        <p:nvPicPr>
          <p:cNvPr id="8" name="Picture 7" descr="1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846407" cy="13182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3207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nomor latar</a:t>
            </a:r>
          </a:p>
        </p:txBody>
      </p:sp>
      <p:pic>
        <p:nvPicPr>
          <p:cNvPr id="10" name="Picture 9" descr="1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40244"/>
            <a:ext cx="2365630" cy="5236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22852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Berhenti di latar terakhir</a:t>
            </a:r>
          </a:p>
        </p:txBody>
      </p:sp>
      <p:pic>
        <p:nvPicPr>
          <p:cNvPr id="12" name="Picture 11" descr="1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47981"/>
            <a:ext cx="3909611" cy="1751650"/>
          </a:xfrm>
          <a:prstGeom prst="rect">
            <a:avLst/>
          </a:prstGeom>
        </p:spPr>
      </p:pic>
      <p:pic>
        <p:nvPicPr>
          <p:cNvPr id="13" name="Picture 12" descr="11-backdrop-nu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982467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panggung sedang memakai latar nomor berapa (atau namanya apa).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nomor atau nama backdrop yang sedang tampil.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7618"/>
            <a:ext cx="5532120" cy="2382014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63922"/>
            <a:ext cx="5093208" cy="208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Milik Stage, tetapi bisa dibaca dari sprite mana pun. Berguna untuk mengatur tingkat kesulitan mengikuti level yang sedang tampil.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change size by (10)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Membesar lalu mengecil</a:t>
            </a:r>
          </a:p>
        </p:txBody>
      </p:sp>
      <p:pic>
        <p:nvPicPr>
          <p:cNvPr id="8" name="Picture 7" descr="1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387881" cy="19029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Efek denyut tanpa henti</a:t>
            </a:r>
          </a:p>
        </p:txBody>
      </p:sp>
      <p:pic>
        <p:nvPicPr>
          <p:cNvPr id="10" name="Picture 9" descr="1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495192" cy="24180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4420597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Mengecil saat menjauh</a:t>
            </a:r>
          </a:p>
        </p:txBody>
      </p:sp>
      <p:pic>
        <p:nvPicPr>
          <p:cNvPr id="12" name="Picture 11" descr="1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640053"/>
            <a:ext cx="2360829" cy="1559578"/>
          </a:xfrm>
          <a:prstGeom prst="rect">
            <a:avLst/>
          </a:prstGeom>
        </p:spPr>
      </p:pic>
      <p:pic>
        <p:nvPicPr>
          <p:cNvPr id="13" name="Picture 12" descr="12-change-size-b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591562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memperbesar sprite 10 persen dari ukuran sekarang. Angka negatif memperkecil.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Menambah atau mengurangi ukuran sprite sebanyak N persen.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9267"/>
            <a:ext cx="5532120" cy="215036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95571"/>
            <a:ext cx="5093208" cy="1857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Menumpuk dari ukuran sekarang, jadi dipanggil 10 kali akan membesar 10 kali pula. Batas Scratch: sprite tidak bisa lebih kecil atau lebih besar dari yang muat di panggung.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set size to (100)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Ukuran normal saat mulai</a:t>
            </a:r>
          </a:p>
        </p:txBody>
      </p:sp>
      <p:pic>
        <p:nvPicPr>
          <p:cNvPr id="8" name="Picture 7" descr="1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418099" cy="13697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37229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Sprite kecil untuk peluru</a:t>
            </a:r>
          </a:p>
        </p:txBody>
      </p:sp>
      <p:pic>
        <p:nvPicPr>
          <p:cNvPr id="10" name="Picture 9" descr="1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91746"/>
            <a:ext cx="1845140" cy="8540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61042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Ukuran acak tiap klon</a:t>
            </a:r>
          </a:p>
        </p:txBody>
      </p:sp>
      <p:pic>
        <p:nvPicPr>
          <p:cNvPr id="12" name="Picture 11" descr="1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29877"/>
            <a:ext cx="2932886" cy="1369754"/>
          </a:xfrm>
          <a:prstGeom prst="rect">
            <a:avLst/>
          </a:prstGeom>
        </p:spPr>
      </p:pic>
      <p:pic>
        <p:nvPicPr>
          <p:cNvPr id="13" name="Picture 12" descr="13-set-size-to-pers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548127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menetapkan ukuran sprite. 100% = ukuran asli, 50% = separuhnya.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Menetapkan ukuran sprite dalam persen dari ukuran kostum aslinya.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100 = ukuran asli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50 = setengah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200 = dua kali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96839"/>
            <a:ext cx="5532120" cy="1002793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343143"/>
            <a:ext cx="5093208" cy="7101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WAJIB ada di script reset. Tanpa ini, ukuran sisa dari percobaan sebelumnya akan terbawa ke sesi berikutnya.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(size)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Batas maksimal membesar</a:t>
            </a:r>
          </a:p>
        </p:txBody>
      </p:sp>
      <p:pic>
        <p:nvPicPr>
          <p:cNvPr id="8" name="Picture 7" descr="1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20450" cy="12992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ukuran</a:t>
            </a:r>
          </a:p>
        </p:txBody>
      </p:sp>
      <p:pic>
        <p:nvPicPr>
          <p:cNvPr id="10" name="Picture 9" descr="1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278070" cy="5873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589851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Mengecil sampai hilang</a:t>
            </a:r>
          </a:p>
        </p:txBody>
      </p:sp>
      <p:pic>
        <p:nvPicPr>
          <p:cNvPr id="12" name="Picture 11" descr="1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2809307"/>
            <a:ext cx="2438247" cy="1726350"/>
          </a:xfrm>
          <a:prstGeom prst="rect">
            <a:avLst/>
          </a:prstGeom>
        </p:spPr>
      </p:pic>
      <p:pic>
        <p:nvPicPr>
          <p:cNvPr id="13" name="Picture 12" descr="14-si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839724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ukuran sprite sekarang dalam persen.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ukuran sprite saat ini dalam persen.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Nilainya persen, bukan piksel — 100 berarti ukuran asli kostum. Pakai ini sebagai penjaga batas agar sprite tidak membesar tanpa henti.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show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Muncul saat permainan mulai</a:t>
            </a:r>
          </a:p>
        </p:txBody>
      </p:sp>
      <p:pic>
        <p:nvPicPr>
          <p:cNvPr id="8" name="Picture 7" descr="1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396385" cy="12299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Sembunyi dulu, muncul saat dipanggil</a:t>
            </a:r>
          </a:p>
        </p:txBody>
      </p:sp>
      <p:pic>
        <p:nvPicPr>
          <p:cNvPr id="10" name="Picture 9" descr="1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866670" cy="1837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840265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Klon wajib di-show</a:t>
            </a:r>
          </a:p>
        </p:txBody>
      </p:sp>
      <p:pic>
        <p:nvPicPr>
          <p:cNvPr id="12" name="Picture 11" descr="1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059721"/>
            <a:ext cx="2438247" cy="1229976"/>
          </a:xfrm>
          <a:prstGeom prst="rect">
            <a:avLst/>
          </a:prstGeom>
        </p:spPr>
      </p:pic>
      <p:pic>
        <p:nvPicPr>
          <p:cNvPr id="13" name="Picture 12" descr="15-sh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98450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memunculkan sprite supaya terlihat lagi di panggung.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Menampilkan sprite di panggung.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Selalu taruh di awal script reset — ini penyelamat dari sprite yang "hilang".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hide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Sembunyi saat kena musuh</a:t>
            </a:r>
          </a:p>
        </p:txBody>
      </p:sp>
      <p:pic>
        <p:nvPicPr>
          <p:cNvPr id="8" name="Picture 7" descr="1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14040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Sembunyi di awal, muncul kemudian</a:t>
            </a:r>
          </a:p>
        </p:txBody>
      </p:sp>
      <p:pic>
        <p:nvPicPr>
          <p:cNvPr id="10" name="Picture 9" descr="1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290836" cy="16456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648164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Efek kedip</a:t>
            </a:r>
          </a:p>
        </p:txBody>
      </p:sp>
      <p:pic>
        <p:nvPicPr>
          <p:cNvPr id="12" name="Picture 11" descr="1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867620"/>
            <a:ext cx="1441811" cy="2068358"/>
          </a:xfrm>
          <a:prstGeom prst="rect">
            <a:avLst/>
          </a:prstGeom>
        </p:spPr>
      </p:pic>
      <p:pic>
        <p:nvPicPr>
          <p:cNvPr id="13" name="Picture 12" descr="16-h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98450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menyembunyikan sprite. Sprite tetap ada dan tetap bisa jalan, hanya tak terlihat.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Menyembunyikan sprite dari panggung.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9267"/>
            <a:ext cx="5532120" cy="2150365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95571"/>
            <a:ext cx="5093208" cy="1857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Sprite tersembunyi TETAP menjalankan kodenya, tetapi TIDAK terdeteksi oleh blok touching ()?. Jebakan klasik: siswa memakai hide lalu sprite "hilang" di sesi berikutnya.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go to (front)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Pemain selalu di depan</a:t>
            </a:r>
          </a:p>
        </p:txBody>
      </p:sp>
      <p:pic>
        <p:nvPicPr>
          <p:cNvPr id="8" name="Picture 7" descr="1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338216" cy="15254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Dekorasi di paling belakang</a:t>
            </a:r>
          </a:p>
        </p:txBody>
      </p:sp>
      <p:pic>
        <p:nvPicPr>
          <p:cNvPr id="10" name="Picture 9" descr="1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350720" cy="7252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72775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Maju ke depan saat diklik</a:t>
            </a:r>
          </a:p>
        </p:txBody>
      </p:sp>
      <p:pic>
        <p:nvPicPr>
          <p:cNvPr id="12" name="Picture 11" descr="1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2947214"/>
            <a:ext cx="2438247" cy="2125651"/>
          </a:xfrm>
          <a:prstGeom prst="rect">
            <a:avLst/>
          </a:prstGeom>
        </p:spPr>
      </p:pic>
      <p:pic>
        <p:nvPicPr>
          <p:cNvPr id="13" name="Picture 12" descr="17-go-to-front-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707386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menaruh sprite di lapisan paling depan supaya tidak tertutup sprite 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Memindahkan sprite ke lapisan paling depan atau paling belakang.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Stage SELALU paling belakang dan tidak bisa diubah.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go (forward) (1)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Naik satu lapis</a:t>
            </a:r>
          </a:p>
        </p:txBody>
      </p:sp>
      <p:pic>
        <p:nvPicPr>
          <p:cNvPr id="8" name="Picture 7" descr="1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855031" cy="639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64188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Turun tiga lapis</a:t>
            </a:r>
          </a:p>
        </p:txBody>
      </p:sp>
      <p:pic>
        <p:nvPicPr>
          <p:cNvPr id="10" name="Picture 9" descr="1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61342"/>
            <a:ext cx="3031404" cy="639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66528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Naik lapis saat bersentuhan</a:t>
            </a:r>
          </a:p>
        </p:txBody>
      </p:sp>
      <p:pic>
        <p:nvPicPr>
          <p:cNvPr id="12" name="Picture 11" descr="1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84741"/>
            <a:ext cx="3780987" cy="2314890"/>
          </a:xfrm>
          <a:prstGeom prst="rect">
            <a:avLst/>
          </a:prstGeom>
        </p:spPr>
      </p:pic>
      <p:pic>
        <p:nvPicPr>
          <p:cNvPr id="13" name="Picture 12" descr="1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1368"/>
            <a:ext cx="3749802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memindahkan sprite maju 1 lapisan ke depan (atau mundur ke belakang).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Menggeser sprite maju atau mundur sebanyak N lapisan.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9267"/>
            <a:ext cx="5532120" cy="215036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95571"/>
            <a:ext cx="5093208" cy="1857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Dipakai misalnya agar awan berada di belakang tokoh tetapi tetap di depan latar.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change (color) effect by (25)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Warna berubah terus</a:t>
            </a:r>
          </a:p>
        </p:txBody>
      </p:sp>
      <p:pic>
        <p:nvPicPr>
          <p:cNvPr id="8" name="Picture 7" descr="1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359083" cy="10291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031666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Berkedip saat terluka</a:t>
            </a:r>
          </a:p>
        </p:txBody>
      </p:sp>
      <p:pic>
        <p:nvPicPr>
          <p:cNvPr id="10" name="Picture 9" descr="19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251122"/>
            <a:ext cx="2438247" cy="22324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Muncul perlahan</a:t>
            </a:r>
          </a:p>
        </p:txBody>
      </p:sp>
      <p:pic>
        <p:nvPicPr>
          <p:cNvPr id="12" name="Picture 11" descr="19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1837943"/>
            <a:ext cx="2390749" cy="1852434"/>
          </a:xfrm>
          <a:prstGeom prst="rect">
            <a:avLst/>
          </a:prstGeom>
        </p:spPr>
      </p:pic>
      <p:pic>
        <p:nvPicPr>
          <p:cNvPr id="13" name="Picture 12" descr="19-change-color-effect-b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097273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menambah efek warna sebanyak 25 dari nilai sekarang.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Menambah nilai salah satu dari 7 efek grafis.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color 0-200 (berulang) | fisheye | whirl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pixelate | mosaic 0-5105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brightness -100..100 | ghost 0-100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64785"/>
            <a:ext cx="5532120" cy="143484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911089"/>
            <a:ext cx="5093208" cy="1142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Efek color berputar: setelah 100 ia kembali ke 0. Efek ghost tidak berputar, 0 = terlihat penuh dan 100 = tidak terlihat sama sekali.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set (color) effect to (0)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Warna tetap tiap pemain</a:t>
            </a:r>
          </a:p>
        </p:txBody>
      </p:sp>
      <p:pic>
        <p:nvPicPr>
          <p:cNvPr id="8" name="Picture 7" descr="20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229206" cy="15329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53546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Transparan setengah</a:t>
            </a:r>
          </a:p>
        </p:txBody>
      </p:sp>
      <p:pic>
        <p:nvPicPr>
          <p:cNvPr id="10" name="Picture 9" descr="20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54922"/>
            <a:ext cx="3279466" cy="7287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64828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Kembali normal</a:t>
            </a:r>
          </a:p>
        </p:txBody>
      </p:sp>
      <p:pic>
        <p:nvPicPr>
          <p:cNvPr id="12" name="Picture 11" descr="20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67741"/>
            <a:ext cx="3279466" cy="1331890"/>
          </a:xfrm>
          <a:prstGeom prst="rect">
            <a:avLst/>
          </a:prstGeom>
        </p:spPr>
      </p:pic>
      <p:pic>
        <p:nvPicPr>
          <p:cNvPr id="13" name="Picture 12" descr="20-set-color-effect-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720845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menetapkan nilai efek langsung. Angka 0 berarti kembali normal.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Menetapkan nilai efek grafis secara pasti.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9267"/>
            <a:ext cx="5532120" cy="215036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95571"/>
            <a:ext cx="5093208" cy="1857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Berbeda dari hide: sprite ber-ghost 100 tak terlihat tetapi MASIH TERDETEKSI oleh touching ()?. Trik ini dipakai untuk membuat area tabrakan tak kasatmata.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  ·  BLOK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clear graphic effects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0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Bersihkan semua efek saat mulai</a:t>
            </a:r>
          </a:p>
        </p:txBody>
      </p:sp>
      <p:pic>
        <p:nvPicPr>
          <p:cNvPr id="8" name="Picture 7" descr="2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420965" cy="17600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Setelah animasi menghilang</a:t>
            </a:r>
          </a:p>
        </p:txBody>
      </p:sp>
      <p:pic>
        <p:nvPicPr>
          <p:cNvPr id="10" name="Picture 9" descr="2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8892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891774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Satu blok mengganti banyak set</a:t>
            </a:r>
          </a:p>
        </p:txBody>
      </p:sp>
      <p:pic>
        <p:nvPicPr>
          <p:cNvPr id="12" name="Picture 11" descr="2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111230"/>
            <a:ext cx="2405952" cy="1792354"/>
          </a:xfrm>
          <a:prstGeom prst="rect">
            <a:avLst/>
          </a:prstGeom>
        </p:spPr>
      </p:pic>
      <p:pic>
        <p:nvPicPr>
          <p:cNvPr id="13" name="Picture 12" descr="21-clear-graphic-effec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475738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menghapus SEMUA efek sekaligus supaya sprite kembali normal.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Menghapus SEMUA efek grafis sekaligus, mengembalikan tampilan normal.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Wajib masuk script reset. Tanpa ini sprite bisa tetap buram atau aneh dari percobaan sebelumnya.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Yang Sering Tertukar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7"/>
                <a:gridCol w="6878537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Pasangan blok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Beda utama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say  vs  say for () seconds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Tanpa durasi balon menetap selamanya; dengan durasi hilang sendiri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hide  vs  set ghost effect to 100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hide TIDAK terdeteksi touching; ghost 100 MASIH terdeteksi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costume  vs  backdrop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Kostum milik Sprite; backdrop milik Stage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size by  vs  set size to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menambah dari ukuran sekarang; set menetapkan nilai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next costume  vs  switch costume to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next berurutan otomatis; switch memilih kostum tertentu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23944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LIHAT BEDANYA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say  vs  say for () seconds</a:t>
            </a:r>
          </a:p>
        </p:txBody>
      </p:sp>
      <p:pic>
        <p:nvPicPr>
          <p:cNvPr id="10" name="Picture 9" descr="02-s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72583"/>
            <a:ext cx="754694" cy="3501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077626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balon menetap sampai diganti</a:t>
            </a:r>
          </a:p>
        </p:txBody>
      </p:sp>
      <p:pic>
        <p:nvPicPr>
          <p:cNvPr id="12" name="Picture 11" descr="01-say-for-seco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421" y="4672583"/>
            <a:ext cx="1642214" cy="35017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79421" y="5077626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balon hilang sendiri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next costume  vs  switch costume to</a:t>
            </a:r>
          </a:p>
        </p:txBody>
      </p:sp>
      <p:pic>
        <p:nvPicPr>
          <p:cNvPr id="15" name="Picture 14" descr="06-next-costu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4672583"/>
            <a:ext cx="730543" cy="35017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8218" y="5077626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maju ke kostum berikutnya</a:t>
            </a:r>
          </a:p>
        </p:txBody>
      </p:sp>
      <p:pic>
        <p:nvPicPr>
          <p:cNvPr id="17" name="Picture 16" descr="05-switch-costume-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999" y="4672583"/>
            <a:ext cx="1684477" cy="3501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68999" y="5077626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langsung ke kostum pilihan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hide  vs  ghost 100</a:t>
            </a:r>
          </a:p>
        </p:txBody>
      </p:sp>
      <p:pic>
        <p:nvPicPr>
          <p:cNvPr id="20" name="Picture 19" descr="16-hi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672583"/>
            <a:ext cx="410553" cy="35017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27796" y="5077626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hilang, sentuhan tak terdeteksi</a:t>
            </a:r>
          </a:p>
        </p:txBody>
      </p:sp>
      <p:pic>
        <p:nvPicPr>
          <p:cNvPr id="22" name="Picture 21" descr="01-set-ghost-1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8577" y="4672583"/>
            <a:ext cx="1630139" cy="35017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958577" y="5077626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tak terlihat, tapi masih bisa kena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Pola yang Sering Dipakai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966FF"/>
                </a:solidFill>
                <a:latin typeface="Arial"/>
              </a:rPr>
              <a:t>Script reset lengkap</a:t>
            </a:r>
          </a:p>
        </p:txBody>
      </p:sp>
      <p:pic>
        <p:nvPicPr>
          <p:cNvPr id="6" name="Picture 5" descr="01-script-reset-lengk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219381" cy="36232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53458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966FF"/>
                </a:solidFill>
                <a:latin typeface="Arial"/>
              </a:rPr>
              <a:t>Animasi berjalan</a:t>
            </a:r>
          </a:p>
        </p:txBody>
      </p:sp>
      <p:pic>
        <p:nvPicPr>
          <p:cNvPr id="8" name="Picture 7" descr="02-animasi-berja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58" y="1828800"/>
            <a:ext cx="2203949" cy="33463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58276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966FF"/>
                </a:solidFill>
                <a:latin typeface="Arial"/>
              </a:rPr>
              <a:t>Muncul perlahan</a:t>
            </a:r>
          </a:p>
        </p:txBody>
      </p:sp>
      <p:pic>
        <p:nvPicPr>
          <p:cNvPr id="10" name="Picture 9" descr="19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1828800"/>
            <a:ext cx="3484778" cy="27001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Gejala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Perbaikan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Balon say tidak mau hilang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Teks menempel selamanya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Pakai say [] kosong, atau say ... for () seconds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next costume tanpa wait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Animasi bergetar terlalu cepat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 wait (0.1) seconds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Lupa show di awal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"hilang" saat proyek dijalankan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Tambahkan script reset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Efek ghost / mosaic tertinggal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tampak aneh atau buram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 clear graphic effects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Memakai hide untuk objek yang harus bisa ditabrak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Deteksi tabrakan gagal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Pakai set ghost effect to (100)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Latihan Bertingkat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5547207"/>
                <a:gridCol w="4215877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Tantangan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Blok kunci</a:t>
                      </a:r>
                    </a:p>
                  </a:txBody>
                  <a:tcPr marL="109728" marR="109728" anchor="ctr">
                    <a:solidFill>
                      <a:srgbClr val="9966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Kucing menyapa namamu selama 3 detik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say for seconds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Kucing berjalan dengan animasi kaki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next costume + wait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Tokoh muncul perlahan dari transparan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set / change ghost effect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membesar saat diklik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when this sprite clicked, change size by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Cerita 3 babak dengan pergantian backdrop &amp; dialog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switch backdrop, say, broadcast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1.  Bagaimana cara menghilangkan balon say yang tidak berbatas waktu?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2.  Apa beda hide dengan set ghost effect to (100)?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3.  Blok apa yang membuat animasi berjalan, dan blok apa yang mengatur kecepatannya?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4.  Sebutkan empat blok yang sebaiknya ada di script reset.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2D4FF"/>
                </a:solidFill>
                <a:latin typeface="Arial"/>
              </a:rPr>
              <a:t>LOOKS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1.  Gunakan blok say [] dengan kolom teks dikosongkan.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2.  hide membuat sprite tak terlihat DAN tidak terdeteksi touching ()?; ghost 100 tak terlihat tetapi MASIH terdeteksi.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3.  next costume membuat animasi; wait () seconds mengatur kecepatannya.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4.  show, clear graphic effects, set size to (100)%, switch costume to (...), ditambah go to x y dan point in direction (90).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Looks (Tampilan)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DDFF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Animasi = next costume + wait. Tanpa wait, gerakan bergetar.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Balon say tanpa durasi harus dihapus manual dengan say [] kosong.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Script reset wajib memuat show, clear graphic effects, dan set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