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12.png"/><Relationship Id="rId7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DCF4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Sound (Suara)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E7F7"/>
                </a:solidFill>
                <a:latin typeface="Arial"/>
              </a:rPr>
              <a:t>9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Memainkan dan mengatur suara dalam proyek.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Berlaku untuk Sprite dan Stage. Stage biasanya dipakai untuk musik latar.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(SUARA)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F63CF"/>
                </a:solidFill>
                <a:latin typeface="Arial"/>
              </a:rPr>
              <a:t>Memainkan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play sound until done, start sound, stop all sounds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F63CF"/>
                </a:solidFill>
                <a:latin typeface="Arial"/>
              </a:rPr>
              <a:t>Efek suara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change effect by, set effect to, clear sound effects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F63CF"/>
                </a:solidFill>
                <a:latin typeface="Arial"/>
              </a:rPr>
              <a:t>Volume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change volume by, set volume to, (volume)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2277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Suara harus sudah ada di tab Sounds. Cara menambah: pustaka Scratch, rekam sendiri lewat mikrofon, atau unggah berkas.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play sound (Meow) until done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Dialog berurutan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708470" cy="15047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50724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Musik latar berulang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26698"/>
            <a:ext cx="2584553" cy="11506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04194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Suara selesai dulu baru pindah layar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261403"/>
            <a:ext cx="2460636" cy="938228"/>
          </a:xfrm>
          <a:prstGeom prst="rect">
            <a:avLst/>
          </a:prstGeom>
        </p:spPr>
      </p:pic>
      <p:pic>
        <p:nvPicPr>
          <p:cNvPr id="13" name="Picture 12" descr="01-play-sound-until-d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02488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memainkan suara sampai habis dulu, baru blok berikutnya jalan.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Memainkan suara dan MENUNGGU sampai suara habis sebelum melanjutkan.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Sifatnya blocking. Inilah blok yang tepat untuk NARASI CERITA agar suara tidak saling menimpa.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start sound (Meow)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Suara lompat tanpa menunda gerakan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015936" cy="1354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Suara koin saat bersentuhan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4820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48460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Beberapa suara bertumpuk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704064"/>
            <a:ext cx="1521912" cy="1482072"/>
          </a:xfrm>
          <a:prstGeom prst="rect">
            <a:avLst/>
          </a:prstGeom>
        </p:spPr>
      </p:pic>
      <p:pic>
        <p:nvPicPr>
          <p:cNvPr id="13" name="Picture 12" descr="02-start-s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881122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menyalakan suara lalu langsung lanjut ke blok berikutnya, tanpa menunggu.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Memainkan suara TANPA menunggu — script langsung lanjut ke blok berikutnya.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Blok yang tepat untuk EFEK SUARA PERMAINAN (tembakan, lompat, koin) karena suara dan gerakan terjadi bersamaan.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stop all sounds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Diam saat kalah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20642" cy="14963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Tombol senyap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954118" cy="10738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07642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Bersihkan suara lama saat mulai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295877"/>
            <a:ext cx="2438247" cy="1496397"/>
          </a:xfrm>
          <a:prstGeom prst="rect">
            <a:avLst/>
          </a:prstGeom>
        </p:spPr>
      </p:pic>
      <p:pic>
        <p:nvPicPr>
          <p:cNvPr id="13" name="Picture 12" descr="03-stop-all-sou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925574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menghentikan seketika semua suara yang sedang berbunyi.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Menghentikan SELURUH suara yang sedang berbunyi, dari semua sprite sekaligus.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5269"/>
            <a:ext cx="5532120" cy="213436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211573"/>
            <a:ext cx="5093208" cy="18417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Wajib dipakai saat berganti level atau adegan agar musik latar lama tidak menumpuk.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change (pitch) effect by (10)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Nada makin tinggi tiap koin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393042" cy="18854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88796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Suara berat saat terluka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107419"/>
            <a:ext cx="2320525" cy="8540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12609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Nada acak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345549"/>
            <a:ext cx="3972288" cy="854082"/>
          </a:xfrm>
          <a:prstGeom prst="rect">
            <a:avLst/>
          </a:prstGeom>
        </p:spPr>
      </p:pic>
      <p:pic>
        <p:nvPicPr>
          <p:cNvPr id="13" name="Picture 12" descr="04-change-pitch-eff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4082796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menambah efek suara, misalnya nada makin tinggi seperti suara tupai.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Menambah nilai efek suara.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pitch (-360..360) = nada naik/turun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pan left/right (-100..100) = arah speaker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44211"/>
            <a:ext cx="5532120" cy="14554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90515"/>
            <a:ext cx="5093208" cy="11628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pitch mengubah nada SEKALIGUS kecepatan suara, mirip memutar kaset lebih cepat. Efek pan butuh headphone atau speaker stereo agar terasa.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(pitch) effect to (100)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Nada tetap untuk sprite ini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141567" cy="1197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20040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Suara raksasa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19856"/>
            <a:ext cx="3073764" cy="1197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8231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Kembali ke nada asli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01768"/>
            <a:ext cx="3141567" cy="1197864"/>
          </a:xfrm>
          <a:prstGeom prst="rect">
            <a:avLst/>
          </a:prstGeom>
        </p:spPr>
      </p:pic>
      <p:pic>
        <p:nvPicPr>
          <p:cNvPr id="13" name="Picture 12" descr="05-set-pitch-eff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836670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menetapkan langsung nilai efek suara. Nilai 0 berarti suara normal.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1463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Menetapkan nilai efek suara secara pasti. Nilai 0 berarti suara 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3295"/>
            <a:ext cx="5532120" cy="192633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419599"/>
            <a:ext cx="5093208" cy="16337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Nilai pitch negatif besar menghasilkan suara tokoh raksasa; positif besar menghasilkan suara tokoh kecil.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clear sound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Bersihkan sebelum suara penting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675229" cy="8464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84902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Reset di awal permainan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68482"/>
            <a:ext cx="1605137" cy="13575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59065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Satu blok mengganti dua set</a:t>
            </a:r>
          </a:p>
        </p:txBody>
      </p:sp>
      <p:pic>
        <p:nvPicPr>
          <p:cNvPr id="12" name="Picture 11" descr="0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10109"/>
            <a:ext cx="2507528" cy="1389522"/>
          </a:xfrm>
          <a:prstGeom prst="rect">
            <a:avLst/>
          </a:prstGeom>
        </p:spPr>
      </p:pic>
      <p:pic>
        <p:nvPicPr>
          <p:cNvPr id="13" name="Picture 12" descr="06-clear-sound-effe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45436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menghapus semua efek suara supaya kembali normal.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Menghapus semua efek suara (pitch dan pan) sekaligus.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Masukkan ke script reset, karena efek suara BERTAHAN meski proyek dihentikan.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change volume by (-10)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Musik memudar lalu berhenti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834801" cy="19081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Tombol pengeras suara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226225" cy="9948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997406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Turun sampai benar-benar diam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216862"/>
            <a:ext cx="2438247" cy="1190582"/>
          </a:xfrm>
          <a:prstGeom prst="rect">
            <a:avLst/>
          </a:prstGeom>
        </p:spPr>
      </p:pic>
      <p:pic>
        <p:nvPicPr>
          <p:cNvPr id="13" name="Picture 12" descr="07-change-volume-b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040379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mengurangi keras suara 10 persen dari yang sekarang.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Menambah atau mengurangi volume sprite ini sebanyak N persen.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Pola di samping adalah cara membuat musik memudar (fade out) saat permainan berakhir.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set volume to (100)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Volume standar saat mulai</a:t>
            </a:r>
          </a:p>
        </p:txBody>
      </p:sp>
      <p:pic>
        <p:nvPicPr>
          <p:cNvPr id="8" name="Picture 7" descr="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649114" cy="100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00349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Musik latar lebih pelan dari efek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22946"/>
            <a:ext cx="2395728" cy="14604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84794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Makin dekat makin keras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67404"/>
            <a:ext cx="3692046" cy="1132227"/>
          </a:xfrm>
          <a:prstGeom prst="rect">
            <a:avLst/>
          </a:prstGeom>
        </p:spPr>
      </p:pic>
      <p:pic>
        <p:nvPicPr>
          <p:cNvPr id="13" name="Picture 12" descr="08-set-volume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910078" cy="839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750820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menetapkan keras suara. 100% = paling keras, 0% = diam.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3437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Menetapkan volume dalam persen (0 = diam, 100 = penuh).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1241"/>
            <a:ext cx="5532120" cy="235839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7545"/>
            <a:ext cx="5093208" cy="20657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Volume bersifat PER SPRITE. Menyetel volume di Sprite1 tidak memengaruhi Sprite2. Untuk musik latar, atur volumenya di Stage.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(volume)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Pelankan selama masih bersuara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236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Menampilkan volume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387450" cy="5587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56130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Tombol senyap-nyala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2780757"/>
            <a:ext cx="2438247" cy="1913346"/>
          </a:xfrm>
          <a:prstGeom prst="rect">
            <a:avLst/>
          </a:prstGeom>
        </p:spPr>
      </p:pic>
      <p:pic>
        <p:nvPicPr>
          <p:cNvPr id="13" name="Picture 12" descr="09-volu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18719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tahu keras suara sprite ini sekarang berapa persen.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volume sprite ini saat ini (0-100).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Ada kotak centang di palet untuk menampilkan monitornya di panggung.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167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play sound until done  vs  start sound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Menunggu (blocking) vs jalan terus (non-blocking)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stop all sounds  vs  set volume to 0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Yang pertama menghentikan; yang kedua hanya membisukan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volume by  vs  set volume to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menambah; set menetapkan nilai pasti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558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66744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play until done  vs  start sound</a:t>
            </a:r>
          </a:p>
        </p:txBody>
      </p:sp>
      <p:pic>
        <p:nvPicPr>
          <p:cNvPr id="10" name="Picture 9" descr="01-play-sound-until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04487"/>
            <a:ext cx="3484336" cy="7269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668012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tunggu suara habis dulu</a:t>
            </a:r>
          </a:p>
        </p:txBody>
      </p:sp>
      <p:pic>
        <p:nvPicPr>
          <p:cNvPr id="12" name="Picture 11" descr="02-start-s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52059"/>
            <a:ext cx="2494183" cy="7269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langsung lanjut ke blok berikutnya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3666744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change volume  vs  set volume</a:t>
            </a:r>
          </a:p>
        </p:txBody>
      </p:sp>
      <p:pic>
        <p:nvPicPr>
          <p:cNvPr id="15" name="Picture 14" descr="07-change-volume-b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3904487"/>
            <a:ext cx="2632053" cy="7269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4668012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menambah dari volume sekarang</a:t>
            </a:r>
          </a:p>
        </p:txBody>
      </p:sp>
      <p:pic>
        <p:nvPicPr>
          <p:cNvPr id="17" name="Picture 16" descr="08-set-volume-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218" y="5052059"/>
            <a:ext cx="2519250" cy="7269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38218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langsung ke angka itu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3666744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stop all sounds  vs  clear sound effects</a:t>
            </a:r>
          </a:p>
        </p:txBody>
      </p:sp>
      <p:pic>
        <p:nvPicPr>
          <p:cNvPr id="20" name="Picture 19" descr="03-stop-all-sou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3904487"/>
            <a:ext cx="1666966" cy="7269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4668012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suaranya yang dimatikan</a:t>
            </a:r>
          </a:p>
        </p:txBody>
      </p:sp>
      <p:pic>
        <p:nvPicPr>
          <p:cNvPr id="22" name="Picture 21" descr="06-clear-sound-effec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796" y="5052059"/>
            <a:ext cx="2030440" cy="72694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27796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efeknya yang dinormalkan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F63CF"/>
                </a:solidFill>
                <a:latin typeface="Arial"/>
              </a:rPr>
              <a:t>Musik latar (di Stage)</a:t>
            </a:r>
          </a:p>
        </p:txBody>
      </p:sp>
      <p:pic>
        <p:nvPicPr>
          <p:cNvPr id="6" name="Picture 5" descr="01-musik-l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169954" cy="26271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3458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F63CF"/>
                </a:solidFill>
                <a:latin typeface="Arial"/>
              </a:rPr>
              <a:t>Efek suara permainan</a:t>
            </a:r>
          </a:p>
        </p:txBody>
      </p:sp>
      <p:pic>
        <p:nvPicPr>
          <p:cNvPr id="8" name="Picture 7" descr="02-efek-suara-permain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1828800"/>
            <a:ext cx="3484778" cy="33219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8276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F63CF"/>
                </a:solidFill>
                <a:latin typeface="Arial"/>
              </a:rPr>
              <a:t>Reset suara</a:t>
            </a:r>
          </a:p>
        </p:txBody>
      </p:sp>
      <p:pic>
        <p:nvPicPr>
          <p:cNvPr id="10" name="Picture 9" descr="03-reset-sua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828800"/>
            <a:ext cx="2182057" cy="23666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start sound di dalam forever untuk musik latar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Suara bertumpuk jadi berisik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Ganti ke play sound until done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play sound until done untuk efek lompat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Gerakan tertunda menunggu suara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Ganti ke start sound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Efek pitch tertinggal dari percobaan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Semua suara terdengar aneh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 clear sound effects di reset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Suara ditaruh di sprite yang salah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Dropdown tidak memuat suara yang dicari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Cek tab Sounds pada sprite yang benar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Rekaman terlalu panjang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berat (batas 10 MB per aset)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Potong di Sound Editor, cukup beberapa detik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Kucing mengeong saat diklik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when this sprite clicked, start sound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Rekam suaramu sendiri lalu mainkan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tab Sounds &gt; Record, play sound until done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Musik latar berulang tanpa putus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forever + play sound until done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Musik memudar saat permainan berakhir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volume by, repeat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Nada naik tiap kali dapat poin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change pitch effect by, variabel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Kamu ingin efek suara lompat berbunyi BERSAMAAN dengan gerakan. Blok mana yang dipakai?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Mengapa musik latar dalam forever sebaiknya memakai play sound until done?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Apakah set volume to (50)% di Sprite1 memengaruhi volume Sprite2?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Blok apa yang mengembalikan suara ke normal setelah dipakai efek pitch?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start sound, karena sifatnya non-blocking sehingga script langsung lanjut.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Agar lagu selesai dulu baru diulang; dengan start sound lagu akan ditumpuk berkali-kali sehingga berisik.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Tidak. Volume bersifat per sprite.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clear sound effects, atau set (pitch) effect to (0).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Sound (Suara)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DCF4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play sound until done = menunggu; start sound = jalan terus. Ini konsep blocking vs non-blocking.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Musik latar: forever + play sound until done, diletakkan di Stage.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Volume dan efek suara bersifat per sprite dan bertahan antar sesi — masukkan ke script reset.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