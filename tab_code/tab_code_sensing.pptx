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73.png"/><Relationship Id="rId6" Type="http://schemas.openxmlformats.org/officeDocument/2006/relationships/image" Target="../media/image24.png"/><Relationship Id="rId7" Type="http://schemas.openxmlformats.org/officeDocument/2006/relationships/image" Target="../media/image7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BEDF5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Sensing (Sensor)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6F3F8"/>
                </a:solidFill>
                <a:latin typeface="Arial"/>
              </a:rPr>
              <a:t>18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Membuat proyek MERASAKAN: tabrakan, tombol, mouse, mikrofon, waktu, dan jawaban pemain.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Kategori yang mengubah proyek dari animasi menjadi interaktif. Hampir semua bloknya dipasangkan dengan if dari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(SENSOR)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Deteksi tabrakan &amp; jarak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touching ()?, touching color ()?, color is touching ()?, distance to 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Input pemain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ask and wait, (answer), key () pressed?, mouse down?, mouse x, mouse y, set drag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Sensor perangkat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(loudness)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Waktu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(timer), reset timer, current (), days since 2000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Data objek lain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([] of ()), (username)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Blok berbentuk Boolean (segi enam) hanya bisa dipasang di lubang segi enam: if, repeat until, wait until, and / or /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&lt;touching (mouse-pointer)?&gt;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Nyawa berkurang saat kena musuh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23904" cy="18501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Berhenti di dinding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9896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92177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Berbalik saat kena tepi panggung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11633"/>
            <a:ext cx="2223108" cy="989641"/>
          </a:xfrm>
          <a:prstGeom prst="rect">
            <a:avLst/>
          </a:prstGeom>
        </p:spPr>
      </p:pic>
      <p:pic>
        <p:nvPicPr>
          <p:cNvPr id="13" name="Picture 12" descr="01-touc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111751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sprite sedang bersentuhan dengan sasaran itu? Jawabannya benar atau salah.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bila sprite sedang menyentuh target.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mouse-pointer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edge = tepi panggung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(nama sprite lain)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1162"/>
            <a:ext cx="5532120" cy="145847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87466"/>
            <a:ext cx="5093208" cy="11658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Sprite yang sedang hide TIDAK terdeteksi. Beri wait setelah pengurangan nyawa, kalau tidak nyawa berkurang puluhan kali dalam sekejap.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&lt;touching color [ ]?&gt;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Jatuh sampai menyentuh tanah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08421" cy="10289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Kena lava, permainan berakhir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26401" cy="10289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3152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Robot mengikuti garis hitam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50977"/>
            <a:ext cx="2438247" cy="2162360"/>
          </a:xfrm>
          <a:prstGeom prst="rect">
            <a:avLst/>
          </a:prstGeom>
        </p:spPr>
      </p:pic>
      <p:pic>
        <p:nvPicPr>
          <p:cNvPr id="13" name="Picture 12" descr="02-touching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127248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sprite sedang menyentuh warna tertentu?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bila sprite menyentuh WARNA tertentu apa pun di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33620"/>
            <a:ext cx="5532120" cy="2366012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9924"/>
            <a:ext cx="5093208" cy="2073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Warna harus PERSIS SAMA. Gunakan alat PIPET (eyedropper) untuk mengambil warna langsung dari panggung — jangan menebak dari roda warna.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&lt;color [ ] is touching [ ]?&gt;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Hanya bagian tertentu sprite yang dicek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015767" cy="1092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9486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Sensor kiri robot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14317"/>
            <a:ext cx="3134498" cy="1662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4114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Roda menyentuh jalan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60599"/>
            <a:ext cx="2960359" cy="839032"/>
          </a:xfrm>
          <a:prstGeom prst="rect">
            <a:avLst/>
          </a:prstGeom>
        </p:spPr>
      </p:pic>
      <p:pic>
        <p:nvPicPr>
          <p:cNvPr id="13" name="Picture 12" descr="03-color-is-touc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111751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bagian berwarna tertentu pada sprite menyentuh warna lain?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Benar bila warna tertentu PADA SPRITE INI menyentuh warna tertentu di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6"/>
            <a:ext cx="5532120" cy="215798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87950"/>
            <a:ext cx="5093208" cy="1865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Versi lebih presisi. Contoh: hanya bagian kaki tokoh (merah) yang menyentuh tanah (hijau) — dipakai untuk deteksi pijakan pada game platformer.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(distance to (mouse-pointer))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Musuh mengejar bila sudah dekat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904046" cy="17636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7661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jarak ke mouse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985636"/>
            <a:ext cx="3063172" cy="9149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06520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makin keras bila makin dekat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84658"/>
            <a:ext cx="2983609" cy="914973"/>
          </a:xfrm>
          <a:prstGeom prst="rect">
            <a:avLst/>
          </a:prstGeom>
        </p:spPr>
      </p:pic>
      <p:pic>
        <p:nvPicPr>
          <p:cNvPr id="13" name="Picture 12" descr="04-distance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77875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jarak sprite ke sasaran dalam satuan titik.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jarak dalam piksel dari sprite ini ke target.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mouse-pointer atau nama sprite lain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TIDAK ada pilihan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04536"/>
            <a:ext cx="5532120" cy="189509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50840"/>
            <a:ext cx="5093208" cy="1602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Alternatif deteksi tabrakan yang lebih halus — bisa mendeteksi "hampir kena" sebelum benar-benar bersentuhan.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ask [Siapa namamu?] and wait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Menanyakan nama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85060" cy="6943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9689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Kuis benar-salah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16347"/>
            <a:ext cx="1754160" cy="1668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4982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pertanyaan, simpan dulu jawabannya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69283"/>
            <a:ext cx="1534890" cy="1230348"/>
          </a:xfrm>
          <a:prstGeom prst="rect">
            <a:avLst/>
          </a:prstGeom>
        </p:spPr>
      </p:pic>
      <p:pic>
        <p:nvPicPr>
          <p:cNvPr id="13" name="Picture 12" descr="05-ask-and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93801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memunculkan kotak pertanyaan lalu menunggu pemain mengetik jawabannya.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kotak isian di bawah panggung dan MENUNGGU pemain mengetik lalu Enter.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Bila dijalankan sprite yang terlihat, pertanyaan muncul dalam balon bicara; bila oleh Stage atau sprite tersembunyi, muncul sebagai teks biasa.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(answer)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Memakai jawaban langsung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692085" cy="708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71130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Jawaban lama tertimpa — simpan dulu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30762"/>
            <a:ext cx="1678667" cy="19770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07245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Membandingkan jawaban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91908"/>
            <a:ext cx="1970880" cy="907723"/>
          </a:xfrm>
          <a:prstGeom prst="rect">
            <a:avLst/>
          </a:prstGeom>
        </p:spPr>
      </p:pic>
      <p:pic>
        <p:nvPicPr>
          <p:cNvPr id="13" name="Picture 12" descr="06-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18719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menyimpan jawaban terakhir yang diketik pemain.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jawaban terakhir yang diketik pemain.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answer bersifat GLOBAL dan akan TERTIMPA oleh ask berikutnya. Bila jawaban masih dibutuhkan, salin segera ke variabel.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&lt;key (space) pressed?&gt;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Kontrol halus di dalam forever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98770" cy="1352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5496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tombol sekaligus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74419"/>
            <a:ext cx="4443689" cy="12493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98839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Menunggu tombol ditekan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07852"/>
            <a:ext cx="2138122" cy="991779"/>
          </a:xfrm>
          <a:prstGeom prst="rect">
            <a:avLst/>
          </a:prstGeom>
        </p:spPr>
      </p:pic>
      <p:pic>
        <p:nvPicPr>
          <p:cNvPr id="13" name="Picture 12" descr="07-key-pre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48919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tombol itu sedang ditekan sekarang?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SELAMA tombol ditekan.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INILAH CARA YANG BENAR untuk kontrol permainan — tanpa jeda tersendat seperti blok Events when () key pressed. Bandingkan keduanya di kelas.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&lt;mouse down?&gt;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Menembak selama tombol ditahan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71713" cy="20557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Menggambar saat diklik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071713" cy="16733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675843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Menunggu klik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895299"/>
            <a:ext cx="2438247" cy="844621"/>
          </a:xfrm>
          <a:prstGeom prst="rect">
            <a:avLst/>
          </a:prstGeom>
        </p:spPr>
      </p:pic>
      <p:pic>
        <p:nvPicPr>
          <p:cNvPr id="13" name="Picture 12" descr="08-mouse-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157222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tombol mouse sedang ditekan?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selama tombol mouse ditekan.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Contoh di samping memakai ekstensi Pen untuk membuat aplikasi menggambar sederhana.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(mouse 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Papan pingpong mengikuti mouse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575389" cy="1107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10956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koordinat mouse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29022"/>
            <a:ext cx="3457342" cy="124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3689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Bergerak hanya bila mouse di kanan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56351"/>
            <a:ext cx="2537655" cy="1243280"/>
          </a:xfrm>
          <a:prstGeom prst="rect">
            <a:avLst/>
          </a:prstGeom>
        </p:spPr>
      </p:pic>
      <p:pic>
        <p:nvPicPr>
          <p:cNvPr id="13" name="Picture 12" descr="09-mouse-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31749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posisi kiri-kanan kursor mouse.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koordinat X kursor mouse, rentang -240 sampai 240.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Selalu tersedia walau mouse di luar panggung — nilainya berhenti di batas -240 dan 240. Pasangannya (mouse y) dengan rentang -180 sampai 180.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(mouse 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Naik-turun mengikuti mouse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575389" cy="1107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10956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Peringatan bila mouse terlalu tinggi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29022"/>
            <a:ext cx="2605779" cy="124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3689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Mengikuti mouse dengan halus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56351"/>
            <a:ext cx="3542498" cy="1243280"/>
          </a:xfrm>
          <a:prstGeom prst="rect">
            <a:avLst/>
          </a:prstGeom>
        </p:spPr>
      </p:pic>
      <p:pic>
        <p:nvPicPr>
          <p:cNvPr id="13" name="Picture 12" descr="10-mouse-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31749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posisi atas-bawah kursor mouse.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koordinat Y kursor mouse, rentang -180 sampai 180.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Contoh di samping membuat papan pemantul (game Pong) yang mengikuti mouse hanya secara mendatar.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drag mode (draggable)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Boleh digeser pemain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711332" cy="13126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1516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Dikunci supaya tidak digeser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34621"/>
            <a:ext cx="3023351" cy="6240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32325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Puzzle: geser lalu terkunci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42706"/>
            <a:ext cx="3453721" cy="1656925"/>
          </a:xfrm>
          <a:prstGeom prst="rect">
            <a:avLst/>
          </a:prstGeom>
        </p:spPr>
      </p:pic>
      <p:pic>
        <p:nvPicPr>
          <p:cNvPr id="13" name="Picture 12" descr="11-set-drag-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64845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mengatur boleh tidaknya sprite digeser pakai mouse saat proyek berjalan.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Menentukan apakah pemain boleh MENYERET sprite saat proyek berjalan penuh layar.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draggable = boleh diseret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not draggable = tidak boleh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68239"/>
            <a:ext cx="5532120" cy="123139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14543"/>
            <a:ext cx="5093208" cy="9387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Di dalam editor sprite SELALU bisa diseret; pengaturan ini baru terasa pada mode layar penuh. Berguna untuk permainan puzzle susun gambar.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(loudness)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Sprite membesar saat berisik</a:t>
            </a:r>
          </a:p>
        </p:txBody>
      </p:sp>
      <p:pic>
        <p:nvPicPr>
          <p:cNvPr id="8" name="Picture 7" descr="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61331" cy="10614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Melompat saat bertepuk</a:t>
            </a:r>
          </a:p>
        </p:txBody>
      </p:sp>
      <p:pic>
        <p:nvPicPr>
          <p:cNvPr id="10" name="Picture 9" descr="1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676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67931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tingkat suara</a:t>
            </a:r>
          </a:p>
        </p:txBody>
      </p:sp>
      <p:pic>
        <p:nvPicPr>
          <p:cNvPr id="12" name="Picture 11" descr="1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898767"/>
            <a:ext cx="1276810" cy="999912"/>
          </a:xfrm>
          <a:prstGeom prst="rect">
            <a:avLst/>
          </a:prstGeom>
        </p:spPr>
      </p:pic>
      <p:pic>
        <p:nvPicPr>
          <p:cNvPr id="13" name="Picture 12" descr="12-loud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375409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seberapa keras suara di sekitar, ditangkap lewat mikrofon.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tingkat kekerasan suara dari mikrofon, rentang 0 sampai 100.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6"/>
            <a:ext cx="5532120" cy="215798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87950"/>
            <a:ext cx="5093208" cy="1865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Perlu izin mikrofon dari browser. Nilai di kelas yang ramai biasanya 10-30; tepuk tangan bisa 60 ke atas.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(timer)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Batas waktu permainan</a:t>
            </a:r>
          </a:p>
        </p:txBody>
      </p:sp>
      <p:pic>
        <p:nvPicPr>
          <p:cNvPr id="8" name="Picture 7" descr="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527959" cy="1197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0040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waktu berjalan</a:t>
            </a:r>
          </a:p>
        </p:txBody>
      </p:sp>
      <p:pic>
        <p:nvPicPr>
          <p:cNvPr id="10" name="Picture 9" descr="1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19856"/>
            <a:ext cx="2644634" cy="11356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2008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Mencatat lama pemain menyelesaikan</a:t>
            </a:r>
          </a:p>
        </p:txBody>
      </p:sp>
      <p:pic>
        <p:nvPicPr>
          <p:cNvPr id="12" name="Picture 11" descr="1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39541"/>
            <a:ext cx="3298015" cy="1260090"/>
          </a:xfrm>
          <a:prstGeom prst="rect">
            <a:avLst/>
          </a:prstGeom>
        </p:spPr>
      </p:pic>
      <p:pic>
        <p:nvPicPr>
          <p:cNvPr id="13" name="Picture 12" descr="13-ti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95554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sudah berapa detik berjalan sejak penghitung waktu terakhir dinolkan.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waktu berjalan dalam detik, dengan desimal.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Timer SELALU berjalan sejak proyek dimuat dan TIDAK otomatis nol saat bendera hijau diklik — karena itu hampir selalu dipasangkan dengan reset timer.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reset timer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Mulai hitungan dari nol</a:t>
            </a:r>
          </a:p>
        </p:txBody>
      </p:sp>
      <p:pic>
        <p:nvPicPr>
          <p:cNvPr id="8" name="Picture 7" descr="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277165" cy="15651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6768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Ulang hitungan tiap level</a:t>
            </a:r>
          </a:p>
        </p:txBody>
      </p:sp>
      <p:pic>
        <p:nvPicPr>
          <p:cNvPr id="10" name="Picture 9" descr="1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87145"/>
            <a:ext cx="1552632" cy="7637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1553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Jeda aman antar tabrakan</a:t>
            </a:r>
          </a:p>
        </p:txBody>
      </p:sp>
      <p:pic>
        <p:nvPicPr>
          <p:cNvPr id="12" name="Picture 11" descr="1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34988"/>
            <a:ext cx="3468379" cy="1264643"/>
          </a:xfrm>
          <a:prstGeom prst="rect">
            <a:avLst/>
          </a:prstGeom>
        </p:spPr>
      </p:pic>
      <p:pic>
        <p:nvPicPr>
          <p:cNvPr id="13" name="Picture 12" descr="14-reset-ti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43332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mengembalikan penghitung waktu ke nol.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Mengembalikan timer ke nol.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Timer berjalan sendiri sejak proyek dibuka dan TIDAK ikut nol saat bendera hijau diklik. Kalau butuh hitungan dari nol, blok ini wajib dipanggil sendiri.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(current (year))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Menyapa sesuai jam</a:t>
            </a:r>
          </a:p>
        </p:txBody>
      </p:sp>
      <p:pic>
        <p:nvPicPr>
          <p:cNvPr id="8" name="Picture 7" descr="1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989288" cy="1820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82350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tanggal</a:t>
            </a:r>
          </a:p>
        </p:txBody>
      </p:sp>
      <p:pic>
        <p:nvPicPr>
          <p:cNvPr id="10" name="Picture 9" descr="1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42960"/>
            <a:ext cx="4431559" cy="596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0379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Jam digital</a:t>
            </a:r>
          </a:p>
        </p:txBody>
      </p:sp>
      <p:pic>
        <p:nvPicPr>
          <p:cNvPr id="12" name="Picture 11" descr="1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3254"/>
            <a:ext cx="4584649" cy="1176377"/>
          </a:xfrm>
          <a:prstGeom prst="rect">
            <a:avLst/>
          </a:prstGeom>
        </p:spPr>
      </p:pic>
      <p:pic>
        <p:nvPicPr>
          <p:cNvPr id="13" name="Picture 12" descr="15-current-y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59914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mengambil waktu sekarang dari jam komputer: tahun, bulan, jam, dan seterusnya.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data waktu NYATA dari komputer pemain.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year, month, date, day of week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hour (format 24 jam), minute,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2562"/>
            <a:ext cx="5532120" cy="168707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58866"/>
            <a:ext cx="5093208" cy="1394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day of week bernilai 1 untuk Minggu sampai 7 untuk Sabtu.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(days since 2000)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Menghitung selisih hari</a:t>
            </a:r>
          </a:p>
        </p:txBody>
      </p:sp>
      <p:pic>
        <p:nvPicPr>
          <p:cNvPr id="8" name="Picture 7" descr="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969896" cy="203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03773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Angka berbeda tiap hari</a:t>
            </a:r>
          </a:p>
        </p:txBody>
      </p:sp>
      <p:pic>
        <p:nvPicPr>
          <p:cNvPr id="10" name="Picture 9" descr="1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257192"/>
            <a:ext cx="5150815" cy="8291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25093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angkanya</a:t>
            </a:r>
          </a:p>
        </p:txBody>
      </p:sp>
      <p:pic>
        <p:nvPicPr>
          <p:cNvPr id="12" name="Picture 11" descr="1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470395"/>
            <a:ext cx="2550281" cy="728651"/>
          </a:xfrm>
          <a:prstGeom prst="rect">
            <a:avLst/>
          </a:prstGeom>
        </p:spPr>
      </p:pic>
      <p:pic>
        <p:nvPicPr>
          <p:cNvPr id="13" name="Picture 12" descr="16-days-since-2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12826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sudah berapa hari sejak 1 Januari 2000. Sering dipakai membuat angka acak.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jumlah hari sejak 1 Januari 2000, dalam bentuk desimal.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6"/>
            <a:ext cx="5532120" cy="215798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87950"/>
            <a:ext cx="5093208" cy="1865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Dipakai untuk menghitung selisih waktu panjang, misalnya "sudah berapa hari sejak terakhir bermain". Materi lanjutan.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([x position] of (Sprite1))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Mengikuti posisi sprite lain</a:t>
            </a:r>
          </a:p>
        </p:txBody>
      </p:sp>
      <p:pic>
        <p:nvPicPr>
          <p:cNvPr id="8" name="Picture 7" descr="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841054" cy="1398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0123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Membaca ukuran sprite lain</a:t>
            </a:r>
          </a:p>
        </p:txBody>
      </p:sp>
      <p:pic>
        <p:nvPicPr>
          <p:cNvPr id="10" name="Picture 9" descr="1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20695"/>
            <a:ext cx="4615721" cy="15708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35613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Membaca variabel milik panggung</a:t>
            </a:r>
          </a:p>
        </p:txBody>
      </p:sp>
      <p:pic>
        <p:nvPicPr>
          <p:cNvPr id="12" name="Picture 11" descr="1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75595"/>
            <a:ext cx="2861962" cy="624036"/>
          </a:xfrm>
          <a:prstGeom prst="rect">
            <a:avLst/>
          </a:prstGeom>
        </p:spPr>
      </p:pic>
      <p:pic>
        <p:nvPicPr>
          <p:cNvPr id="13" name="Picture 12" descr="17-of-spr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764279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mengintip nilai milik sprite lain, misalnya posisi atau ukurannya.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Membaca PROPERTI sprite atau Stage lain.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Sprite: x position, y position, direction, costume #/name, size, volume, variabel lokal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Stage: backdrop #/name, volume, variabel global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4586"/>
            <a:ext cx="5532120" cy="149504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50890"/>
            <a:ext cx="5093208" cy="1202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Satu-satunya cara sprite "mengintip" data sprite lain. Sangat berguna untuk AI musuh dan efek kamera pengikut.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  ·  BLOK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(username)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Menyapa pemain dengan namanya</a:t>
            </a:r>
          </a:p>
        </p:txBody>
      </p:sp>
      <p:pic>
        <p:nvPicPr>
          <p:cNvPr id="8" name="Picture 7" descr="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4191157" cy="6462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4883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Papan skor pribadi</a:t>
            </a:r>
          </a:p>
        </p:txBody>
      </p:sp>
      <p:pic>
        <p:nvPicPr>
          <p:cNvPr id="10" name="Picture 9" descr="1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68291"/>
            <a:ext cx="5150815" cy="724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75752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Kosong bila belum masuk akun</a:t>
            </a:r>
          </a:p>
        </p:txBody>
      </p:sp>
      <p:pic>
        <p:nvPicPr>
          <p:cNvPr id="12" name="Picture 11" descr="1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76979"/>
            <a:ext cx="3016066" cy="1429693"/>
          </a:xfrm>
          <a:prstGeom prst="rect">
            <a:avLst/>
          </a:prstGeom>
        </p:spPr>
      </p:pic>
      <p:pic>
        <p:nvPicPr>
          <p:cNvPr id="13" name="Picture 12" descr="18-usern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47675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nama akun Scratch pemain, bila proyek dibuka di situs Scratch.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nama pengguna Scratch pemain yang sedang membuka proyek.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6"/>
            <a:ext cx="5532120" cy="215798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87950"/>
            <a:ext cx="5093208" cy="1865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Kosong bila pemain belum login atau proyek dijalankan di editor offline. Sering dipakai bersama cloud variable untuk papan skor.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&lt;key () pressed?&gt;  vs  when () key pressed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Sensing di forever MULUS; Events TERSENDAT saat tombol ditahan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()?  vs  distance to ()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= sudah bersentuhan; distance = seberapa dekat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()?  vs  touching color ()?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Menyentuh objek vs menyentuh warna apa pun di panggung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(timer)  vs  (current (second))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timer = waktu berjalan proyek; current = jam nyata komputer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(answer)  vs  variabel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answer selalu tertimpa ask berikutnya; variabel tersimpan aman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touching?  vs  distance to</a:t>
            </a:r>
          </a:p>
        </p:txBody>
      </p:sp>
      <p:pic>
        <p:nvPicPr>
          <p:cNvPr id="10" name="Picture 9" descr="01-tou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1684477" cy="2491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sudah bersentuhan atau belum</a:t>
            </a:r>
          </a:p>
        </p:txBody>
      </p:sp>
      <p:pic>
        <p:nvPicPr>
          <p:cNvPr id="12" name="Picture 11" descr="04-distance-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21" y="4672583"/>
            <a:ext cx="1548058" cy="249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9421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berapa jauh, berupa angka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boolean tombol  vs  hat tombol</a:t>
            </a:r>
          </a:p>
        </p:txBody>
      </p:sp>
      <p:pic>
        <p:nvPicPr>
          <p:cNvPr id="15" name="Picture 14" descr="07-key-pr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1429433" cy="2491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dipasang di dalam if</a:t>
            </a:r>
          </a:p>
        </p:txBody>
      </p:sp>
      <p:pic>
        <p:nvPicPr>
          <p:cNvPr id="17" name="Picture 16" descr="02-when-key-pre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99" y="4672583"/>
            <a:ext cx="1500608" cy="4389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68999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memulai script sendiri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answer  vs  variabel</a:t>
            </a:r>
          </a:p>
        </p:txBody>
      </p:sp>
      <p:pic>
        <p:nvPicPr>
          <p:cNvPr id="20" name="Picture 19" descr="06-answ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672583"/>
            <a:ext cx="486363" cy="2491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tertimpa pertanyaan berikutnya</a:t>
            </a:r>
          </a:p>
        </p:txBody>
      </p:sp>
      <p:pic>
        <p:nvPicPr>
          <p:cNvPr id="22" name="Picture 21" descr="02-variabel-repor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577" y="4672583"/>
            <a:ext cx="361806" cy="2491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58577" y="516636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isinya bertahan sampai diganti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Kontrol pemain (wajib)</a:t>
            </a:r>
          </a:p>
        </p:txBody>
      </p:sp>
      <p:pic>
        <p:nvPicPr>
          <p:cNvPr id="6" name="Picture 5" descr="01-kontrol-pe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576739" cy="2669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7" y="1371600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Tabrakan dengan jeda aman</a:t>
            </a:r>
          </a:p>
        </p:txBody>
      </p:sp>
      <p:pic>
        <p:nvPicPr>
          <p:cNvPr id="8" name="Picture 7" descr="02-tabrakan-dengan-jeda-a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828800"/>
            <a:ext cx="3778774" cy="1819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5867" y="3922776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B1D6"/>
                </a:solidFill>
                <a:latin typeface="Arial"/>
              </a:rPr>
              <a:t>Kuis dengan jawaban</a:t>
            </a:r>
          </a:p>
        </p:txBody>
      </p:sp>
      <p:pic>
        <p:nvPicPr>
          <p:cNvPr id="10" name="Picture 9" descr="03-kuis-dengan-jawa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7" y="4379976"/>
            <a:ext cx="2218120" cy="1819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Blok Sensing tidak dibungkus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Hanya terdeteksi sekali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Bungkus dengan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Nyawa berkurang drastis saat bersentuhan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Berkurang tiap frame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wait (1) seconds setelahnya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color diisi dengan menebak warna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pernah terdeteksi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Gunakan alat PIPET untuk mengambil warna asli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reset timer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Waktu sudah berjalan sebelum permainan mulai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reset timer setelah bendera hijau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answer dipakai jauh setelah ask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Nilainya sudah tertimpa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Simpan segera ke variabel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menyapa dengan nama pemain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ask and wait, answer, join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mengikuti mouse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mouse x, mouse y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Kontrol 4 arah dengan tombol panah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key () pressed?, forever, if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Permainan tangkap koin dengan skor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()?, variabel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Balon membesar saat ditiup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loudness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Labirin: menyentuh dinding kembali ke awal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touching color ()?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Musuh mengikuti posisi pemain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([x position] of (Pemain))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Mengapa &lt;key () pressed?&gt; lebih baik daripada when () key pressed untuk kontrol permainan?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Apa yang terjadi pada nilai (answer) setelah blok ask dijalankan lagi?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Sprite tersembunyi tidak terdeteksi touching ()?. Apa alternatifnya?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Blok apa yang dipakai agar sprite bisa membaca posisi X sprite lain?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Mengapa reset timer hampir selalu dibutuhkan?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Karena di dalam forever tidak ada jeda ulang sehingga gerakan mulus; blok Events tersendat saat tombol ditahan.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Nilainya TERTIMPA oleh jawaban baru. Simpan ke variabel bila masih dibutuhkan.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Gunakan set (ghost) effect to (100) — sprite tak terlihat tetapi tetap terdeteksi.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([x position] of (nama sprite)).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5.  Karena timer berjalan sejak proyek dimuat dan tidak otomatis nol saat bendera hijau diklik.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Sensing (Sensor)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BEDF5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Kontrol permainan = forever + if &lt;key () pressed?&gt;, bukan hat block Events.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Semua blok Sensing perlu dibungkus forever agar terus dipantau.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answer selalu tertimpa ask berikutnya — segera salin ke variabel.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