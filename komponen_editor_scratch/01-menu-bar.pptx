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DBF5"/>
                </a:solidFill>
                <a:latin typeface="Arial"/>
              </a:rPr>
              <a:t>MODUL 1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Menu Bar (Baris Menu Atas)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CE6F8"/>
                </a:solidFill>
                <a:latin typeface="Arial"/>
              </a:rPr>
              <a:t>Letak: baris ungu paling atas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Ruang kendali proyek: nama, penyimpanan, dan akun — bukan perintah untuk sprite.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20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Menyebutkan fungsi setiap menu di baris atas editor.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Menyimpan dan membuka kembali proyek Scratch.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Mengganti nama proyek dan menjelaskan mengapa nama proyek penting.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Menggunakan Undo / Restore saat melakukan kesalahan.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65668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3457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>
                <a:solidFill>
                  <a:srgbClr val="1F2433"/>
                </a:solidFill>
                <a:latin typeface="Courier New"/>
              </a:rPr>
              <a:t>[SCRATCH]  Settings v | File v | Edit v | [ Untitled-2 ] | See Project Page | Tutorials | Debug | [My Stuff] | PandaGurun v</a:t>
            </a:r>
          </a:p>
          <a:p>
            <a:pPr algn="l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>
                <a:solidFill>
                  <a:srgbClr val="1F2433"/>
                </a:solidFill>
                <a:latin typeface="Courier New"/>
              </a:rPr>
              <a:t>    1          2         3        4            5                  6              7          8         9            10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56882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404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Siswa sering mengabaikan baris ini — akibatnya kerja satu jam hilang karena tidak pernah disimpan.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1. Logo Scratch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Tautan keluar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Klik untuk kembali ke halaman depan scratch.mit.edu.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Peringatkan siswa: JANGAN diklik saat sedang mengerjakan proyek yang belum disimpan, karena editor langsung ditinggalkan tanpa peringatan.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2. Settings (Pengaturan)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Pengaturan tampilan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Mengatur tampilan editor. Umumnya berisi Bahasa dan Tema.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Language / Bahasa — mengubah antarmuka DAN teks blok; tersedia Bahasa Indonesia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Theme / Tema — mis. mode kontras tinggi untuk siswa dengan hambatan penglihatan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1094415" cy="114300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Menu Settings adalah pengganti ikon globe pada versi lama dan BELUM terdokumentasi di Scratch Wiki. Buka dan cek langsung sebelum mengajar, lalu sesuaikan.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3. Menu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Urusan berkas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Membuat, menyimpan, dan membuka proyek.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New — proyek baru (simpan dulu yang lama!)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Save now — simpan ke akun Scratch (harus login)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Save as a copy — simpan salinan / versi percobaan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Load from your computer — buka berkas .sb3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Save to your computer — unduh berkas .sb3 (wajib bila siswa tanpa akun)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Berkas Scratch berekstensi .sb3 — sebenarnya arsip ZIP berisi kode, gambar, dan suara dalam satu berkas.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4. Menu Edit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Penyelamat &amp; mode cepat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Mengembalikan yang terhapus dan mengatur Turbo Mode.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Restore (Undelete) — kembalikan sprite/kostum/suara yang TERAKHIR dihapus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Turn on Turbo Mode — jalankan proyek sangat cepat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Pintasan Turbo Mode: Shift + klik bendera hijau. Bila proyek tiba-tiba berjalan "kesurupan" cepat, periksa menu ini.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5. Kolom Nama Proyek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Identitas karya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Klik lalu ketik untuk mengganti nama proyek.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16002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Aturan penamaan: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Nama_Kelas_Judul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Contoh: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Rina_7A_Kucing-Menari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Nama proyek memudahkan guru menilai dan siswa mencari kembali karyanya. Wajib diganti SEBELUM mulai koding.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6. See Project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Tampilan untuk orang 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Berpindah dari mode editor ke halaman proyek — tampilan yang dilihat orang lain.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Berisi judul, instruksi, catatan &amp; kredit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Ada tombol Love dan Favorite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Di halaman inilah terdapat tombol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Proyek TIDAK otomatis publik. Selama tombol Share belum ditekan, proyek hanya bisa dilihat pemiliknya. Bedakan Save dan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7. Tutorials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Panduan interaktif bawaan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Membuka pustaka panduan bawaan Scratch, tampil di panel samping.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Contoh: Getting Started, Make it Fly, Animate a 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Siswa bisa menonton sambil mengerjakan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Sangat berguna untuk siswa yang sudah selesai lebih dulu — beri tugas mandiri "pilih satu tutorial".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8. Debug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Debugging Help (sejak 16 Des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Menampilkan tips mencari kesalahan pada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24485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9339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Istilah yang diajarkan: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BUG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= kesalahan pada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program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DEBUGGING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= mencari dan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memperbaiki bug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Jadikan momen memperkenalkan istilah bug dan debugging — dua kata yang akan dipakai siswa seumur hidup bila melanjutkan ke pemrograman.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9. Ikon Folder — My Stuff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Arsip karya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Membuka daftar semua proyek milik kita.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Proyek yang sedang dikerjakan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Proyek yang sudah dibagikan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Proyek di keranjang sampah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  ·  BAGIAN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10. Menu Akun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D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55CD6"/>
                </a:solidFill>
                <a:latin typeface="Arial"/>
              </a:rPr>
              <a:t>Identitas &amp; keamanan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Berisi Profile, My Stuff, Account settings, dan Sign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Ajarkan sejak awal: SELALU Sign out di komputer lab atau komputer bersama.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Ganti nama proyek menjadi Nama_Kelas_Latihan1.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Buka File &gt; Save to your computer, simpan ke folder kelas.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Hapus sprite kucing, lalu kembalikan lewat Edit &gt; Restore.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Buka Settings, ubah bahasa ke Bahasa Indonesia, amati blok berubah, lalu kembalikan.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Klik See Project Page, amati tampilannya, lalu kembali ke editor.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10 menit. Tekankan kebiasaan menyimpan setiap 10 menit.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DBF5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Menu Bar itu seperti meja guru di depan kelas: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bukan tempat kerja, tapi tempat semua urusan administrasi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nama, penyimpanan, dan siapa yang sedang bertugas.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Tidak pernah menyimpan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Kerja hilang saat browser tertutup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Aturan kelas: simpan tiap 10 menit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Klik logo Scratch di tengah pekerjaan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Keluar editor tanpa peringatan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Ingatkan di awal pelajaran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Membiarkan nama Untitled-1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Guru sulit menilai, siswa sulit mencari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Wajib ganti nama sebelum koding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proyek sudah dibagikan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Tugas dianggap tidak dikumpulkan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Bedakan Save dengan Share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Turbo Mode aktif tanpa sadar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Game jadi tak terkendali cepat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Cek menu Edit bila proyek "kesurupan"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Apa beda Save now dengan Save to your computer?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Kamu tidak sengaja menghapus sprite. Menu apa yang menyelamatkanmu?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Proyekmu sudah di-Save. Apakah teman sekelas otomatis bisa melihatnya? Jelaskan.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Apa arti kata bug dan debugging?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MENU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Save now menyimpan ke akun Scratch di internet (butuh login); Save to your computer mengunduh berkas .sb3 ke komputer.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Edit &gt; Restore.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Belum. Save hanya menyimpan; agar bisa dilihat orang lain harus ditekan tombol Share di halaman proyek.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Bug = kesalahan pada program; debugging = proses menemukan dan memperbaikinya.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Menu Bar (Baris Menu Atas)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4DBF5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Menu Bar mengurus BERKAS dan AKUN, bukan perintah untuk sprite.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Save menyimpan; Share membagikan. Dua hal yang berbeda.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Edit &gt; Restore menyelamatkan sprite yang terakhir terhapus.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