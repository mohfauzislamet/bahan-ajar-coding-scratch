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AF1DA"/>
                </a:solidFill>
                <a:latin typeface="Arial"/>
              </a:rPr>
              <a:t>MODUL 4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Palet Blok (Block Palette)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6F5E6"/>
                </a:solidFill>
                <a:latin typeface="Arial"/>
              </a:rPr>
              <a:t>Letak: kolom di sebelah kanan selektor kategori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Rak berisi semua blok — blok di sini belum berfungsi sebelum ditarik ke area kode.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15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Menarik (drag) blok dari palet ke area kode.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Membedakan bentuk blok dan tahu di mana masing-masing boleh dipasang.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Mengisi kolom isian dan memilih dropdown pada blok.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Menggunakan kotak centang untuk menampilkan monitor nilai di panggung.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69697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2386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Motion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move (10) steps            |  &lt;- blok stack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turn right (15) degrees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go to (random position v)  |  &lt;- ada dropdown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go to x:(0) y:(0)          |  &lt;- ada kolom isian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glide (1) secs to ...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...         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[ ] (x position)           |  &lt;- reporter + kotak centang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[ ] (y position)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172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33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Blok di palet TIDAK AKAN HABIS — menarik satu blok berarti membuat salinannya.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Cara mengambil blok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9C059"/>
                </a:solidFill>
                <a:latin typeface="Arial"/>
              </a:rPr>
              <a:t>Dua cara, dua tujuan berbeda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Blok bisa ditarik untuk diprogram, atau diklik untuk diuji coba.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TARIK ke area kode — blok tersalin, menjadi bagian program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KLIK di palet (tanpa menarik) — blok langsung dijalankan SEKALI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Menggulir palet — berpindah kategori secara halus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Trik mengajar: minta siswa MENGKLIK move (10) steps berkali-kali dan mengamati kucing bergeser. Ini menanamkan hubungan sebab-akibat sebelum menyusun 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Bentuk blok = aturan pemasangan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9C059"/>
                </a:solidFill>
                <a:latin typeface="Arial"/>
              </a:rPr>
              <a:t>Scratch mencegah kesalahan secara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Bentuk lubang harus cocok dengan bentuk blok. Kalau tidak bisa masuk, berarti memang tidak boleh.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1815084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Hat    -&gt; paling atas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Stack  -&gt; ditumpuk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C      -&gt; membungkus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Reporter -&gt; lubang oval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Boolean  -&gt; lubang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         segi enam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Cap    -&gt; paling bawah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Inilah kelebihan bahasa visual: siswa tidak mungkin membuat kesalahan sintaks seperti lupa titik koma di bahasa teks.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Bagian yang bisa diubah di dalam blok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9C059"/>
                </a:solidFill>
                <a:latin typeface="Arial"/>
              </a:rPr>
              <a:t>Isian, dropdown, dan lubang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Blok bukan benda mati — isinya bisa diganti agar perilakunya berubah.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Kolom isian putih — klik lalu ketik angka/teks baru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Dropdown — klik untuk memilih pilihan lain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Kotak warna — klik untuk memilih warna (ada alat pipet)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Lubang oval — bisa diisi blok reporter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Lubang segi enam — hanya menerima blok boolean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Penting: kolom isian BISA DIGANTI DENGAN BLOK LAIN. move (pick random 1 to 10) steps adalah gerbang menuju program yang dinamis.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Kotak centang di sebelah blok reporter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9C059"/>
                </a:solidFill>
                <a:latin typeface="Arial"/>
              </a:rPr>
              <a:t>Alat debugging terbaik untuk pemula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Mencentangnya memunculkan MONITOR nilai di pojok kiri atas panggung.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24485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9339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[x] (x position)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[x] (y position)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muncul kotak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kecil berisi angka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di panggung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seret sprite,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angkanya berubah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Cara termudah memperkenalkan koordinat: centang x position, lalu minta siswa menyeret sprite dan membacakan angkanya bersama-sama.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KLIK blok move (10) steps di palet 5 kali. Amati kucing.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Ubah angkanya menjadi 100, klik lagi. Bandingkan hasilnya.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Tarik turn right (15) degrees ke area kode, ubah jadi 90, klik. Amati arah kucing.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Centang x position dan y position. Seret kucing dan bacakan angkanya bersama.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Buka dropdown go to (random position) &gt; pilih mouse-pointer &gt; klik blok &gt; gerakkan mouse.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8 menit.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AF1DA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Palet blok itu rak bumbu di dapur.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Bumbunya tidak pernah habis — kamu mengambil "sesendok"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untuk dimasukkan ke panci (area kode).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Selama masih di rak, bumbu itu belum jadi masakan.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Menyusun blok DI DALAM palet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Blok hilang saat ganti kategori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Merangkai HANYA di area kode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Memaksa blok masuk ke lubang salah bentuk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Siswa frustrasi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Ajarkan aturan bentuk sejak awal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Mengetik di kolom isian tapi lupa klik di luar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Nilai belum tersimpan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Biasakan klik area kosong setelah mengetik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Semua kotak centang dicentang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Panggung penuh monitor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Centang seperlunya saja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klik blok di palet = memprogram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Kode tidak tersimpan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Bedakan "mencoba" dan "menyusun"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Apa yang terjadi bila kamu MENGKLIK (bukan menarik) blok di palet?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Blok berbentuk segi enam hanya bisa dipasang di lubang berbentuk apa?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Apa fungsi kotak centang di sebelah blok x position?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Bisakah lubang angka pada move ( ) steps diisi blok lain? Beri contoh.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PALET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Blok langsung dijalankan satu kali, tanpa menambah kode ke proyek.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Lubang segi enam (slot kondisi), misalnya pada if &lt; &gt; then atau repeat until &lt; &gt;.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Menampilkan atau menyembunyikan monitor nilai x di panggung.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Bisa. Contoh: move (pick random (1) to (10)) steps atau move (x position)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Palet Blok (Block Palette)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AF1DA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Blok di palet tidak pernah habis — yang ditarik adalah salinannya.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Bentuk blok adalah tata bahasa: bentuk lubang harus cocok dengan bentuk blok.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Kotak centang reporter = alat debugging paling mudah untuk pemula.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