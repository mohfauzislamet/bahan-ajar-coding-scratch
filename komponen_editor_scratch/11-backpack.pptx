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ADBE0"/>
                </a:solidFill>
                <a:latin typeface="Arial"/>
              </a:rPr>
              <a:t>MODUL 11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Backpack (Tas Ransel)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5E6EA"/>
                </a:solidFill>
                <a:latin typeface="Arial"/>
              </a:rPr>
              <a:t>Letak: bilah abu-abu paling bawah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Tas penyimpanan pribadi yang bisa dibawa antar proyek.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10 menit  ·  Jenjang SD kelas 6 - SMP (lanjutan)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Menjelaskan fungsi Backpack sebagai tempat penyimpanan lintas proyek.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Memasukkan script/sprite/kostum/suara ke Backpack dan memakainya di proyek lain.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Menyebutkan syarat pemakaian Backpack.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961643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65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+=======================================================+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                  Backpack   ^                      |   &lt;- klik untuk membuka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+=======================================================+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1843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9003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Isi Backpack tetap ada meski proyek ditutup, proyek lain dibuka, bahkan berganti komputer.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Apa yang bisa disimpan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7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75E75"/>
                </a:solidFill>
                <a:latin typeface="Arial"/>
              </a:rPr>
              <a:t>Empat jenis benda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Menyimpan bagian proyek yang berguna agar bisa dipakai ulang.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Script — mis. mesin lompat (platformer engine), kode kontrol panah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Sprite — tokoh buatan sendiri lengkap dengan kode &amp; kostumnya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Costume — gambar hasil karya sendiri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Sound — rekaman suara sendiri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Mengambil item dari Backpack berarti MENYALINNYA — item tetap tersimpan dan bisa dipakai berkali-kali di banyak proyek.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Cara pakai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7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75E75"/>
                </a:solidFill>
                <a:latin typeface="Arial"/>
              </a:rPr>
              <a:t>Tarik masuk, tarik keluar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Menyimpan dan mengambil kembali isi Backpack dengan cara menyeret.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3104388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2793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MENYIMPAN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tarik script/sprite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KE DALAM bilah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Backpack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MENGAMBIL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tarik item KELUAR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ke area kode atau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daftar sprite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MENGHAPUS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klik kanan item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&gt; delete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Perlihatkan langsung di depan kelas — konsepnya jauh lebih mudah dipahami lewat demonstrasi daripada penjelasan lisan.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Syarat &amp; batasan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7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75E75"/>
                </a:solidFill>
                <a:latin typeface="Arial"/>
              </a:rPr>
              <a:t>Penting untuk sekolah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Backpack tidak selalu tersedia — cek dulu kondisi lab sekolah.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HARUS LOGIN — Backpack terikat pada akun Scratch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HANYA di editor online — tidak tersedia di Scratch Desktop (offline)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Privat — Backpack orang lain tidak bisa diakses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Kapasitas tidak dibatasi resmi, tetapi bila terlalu penuh muncul "Error loading backpack"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Bila lab memakai Scratch offline atau siswa tidak punya akun, Backpack TIDAK BISA DIPAKAI. Siapkan alternatifnya sebelum mengajar.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Alternatif tanpa Backpack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7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75E75"/>
                </a:solidFill>
                <a:latin typeface="Arial"/>
              </a:rPr>
              <a:t>Untuk lab offline / tanpa akun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Tiga cara memindahkan kode dan aset tanpa Backpack.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Sprite antar proyek — klik kanan sprite &gt; export (.sprite3), lalu Upload Sprite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Kode antar sprite dalam satu proyek — TARIK TUMPUKAN BLOK ke kartu sprite tujuan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Kode antar proyek — buka dua proyek di dua tab, atau simpan sprite .sprite3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Trik "tarik blok ke kartu sprite lain" sangat berguna dan sering tidak diketahui: blok tersalin ke sprite tujuan, blok asli tetap di tempatnya.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Nilai Pendidikan: Backpack Mengajarkan Code Reuse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167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2486"/>
                <a:gridCol w="6101928"/>
              </a:tblGrid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Konsep di Scratch</a:t>
                      </a:r>
                    </a:p>
                  </a:txBody>
                  <a:tcPr marL="109728" marR="109728" anchor="ctr">
                    <a:solidFill>
                      <a:srgbClr val="575E7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Padanan di dunia profesional</a:t>
                      </a:r>
                    </a:p>
                  </a:txBody>
                  <a:tcPr marL="109728" marR="109728" anchor="ctr">
                    <a:solidFill>
                      <a:srgbClr val="575E75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Menyimpan script ke Backpack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Membuat library / module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Mengambil dari Backpack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Import library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Export sprite .sprite3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433"/>
                          </a:solidFill>
                          <a:latin typeface="Arial"/>
                        </a:rPr>
                        <a:t>Membagikan package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Susun script kontrol panah: forever + if &lt;key (right arrow) pressed?&gt; then change x by (10).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Buka bilah Backpack, tarik seluruh script ke dalamnya.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Buat proyek baru (File &gt; New).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Buka Backpack, tarik script tadi keluar ke area kode. Jalankan — langsung bekerja.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Diskusi: berapa waktu yang dihemat kalau kode ini dipakai di 5 proyek berbeda?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7 menit. Bila lab offline, ganti dengan latihan export .sprite3.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ADBE0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Backpack adalah tas ransel yang selalu kamu bawa.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Kalau kamu membuat alat yang berguna di satu proyek, masukkan ke tas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di proyek berikutnya tinggal keluarkan, tak perlu membuat ulang dari nol.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Isi tas tidak berkurang saat dipakai; kamu selalu mengambil salinannya.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575E7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575E7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575E7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Mencari Backpack di Scratch offline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Bingung karena tidak ada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Jelaskan syarat online + login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item hilang setelah ditarik keluar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Ragu memakai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Yang keluar adalah SALINAN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Menyimpan puluhan item sembarangan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Error loading backpack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Bersihkan berkala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Memakai Backpack untuk mengumpulkan tugas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Guru tidak bisa melihat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Pengumpulan lewat Share / studio kelas / berkas .sb3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Sebutkan empat jenis benda yang bisa disimpan di Backpack.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Apakah Backpack tersedia di Scratch Desktop (offline)? Jelaskan.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Kamu menarik satu script keluar dari Backpack. Apakah script itu hilang dari Backpack?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Tanpa Backpack, bagaimana cara memindahkan sprite lengkap ke proyek lain?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1D8"/>
                </a:solidFill>
                <a:latin typeface="Arial"/>
              </a:rPr>
              <a:t>BACKPACK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Script, sprite, costume (kostum), dan sound (suara).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Tidak. Backpack hanya tersedia di editor online dan mengharuskan pengguna login, karena isinya tersimpan di akun Scratch.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Tidak hilang — yang keluar adalah salinannya, item aslinya tetap tersimpan.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Klik kanan sprite &gt; export menjadi berkas .sprite3, lalu di proyek tujuan gunakan Upload Sprite.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Backpack (Tas Ransel)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7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ADBE0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Backpack = penggunaan ulang kode, cikal bakal konsep library dan import.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Hanya tersedia online dan harus login — siapkan alternatif untuk lab offline.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Yang ditarik keluar adalah salinan; isi Backpack tidak berkurang.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