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E5CC"/>
                </a:solidFill>
                <a:latin typeface="Arial"/>
              </a:rPr>
              <a:t>MODUL 3  ·  KOMPONEN EDITOR SCRATCH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Selektor Kategori Blok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8892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EDDC"/>
                </a:solidFill>
                <a:latin typeface="Arial"/>
              </a:rPr>
              <a:t>Letak: kolom paling kiri di dalam tab Code, berupa deretan bulatan warna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61772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Warna bukan hiasan — warna adalah identitas fungsi blok.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44068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Estimasi 15 menit  ·  Jenjang SD kelas 5 - SMP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EBE"/>
                </a:solidFill>
                <a:latin typeface="Arial"/>
              </a:rPr>
              <a:t>KATEGORI BLOK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Tujuan Pembelajaran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1.  Menyebutkan 9 kategori blok beserta warnanya.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2.  Menebak kategori yang tepat untuk sebuah kebutuhan.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3.  Menemukan dan mengaktifkan Ekstensi.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Selektor Kategori Blok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EBE"/>
                </a:solidFill>
                <a:latin typeface="Arial"/>
              </a:rPr>
              <a:t>KATEGORI BLOK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Letak di Layar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94415" cy="2696972"/>
          </a:xfrm>
          <a:prstGeom prst="roundRect">
            <a:avLst>
              <a:gd name="adj" fmla="val 6000"/>
            </a:avLst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527048"/>
            <a:ext cx="10582351" cy="23860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O  Motion       biru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O  Looks        ungu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O  Sound        merah muda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O  Events       kuning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O  Control      oranye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O  Sensing      biru muda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O  Operators    hijau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O  Variables    oranye tua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O  My Blocks    merah muda tua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-------------------------------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(+) Add Extension    &lt;-- pojok kiri bawah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297172"/>
            <a:ext cx="11094415" cy="73152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434332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Klik salah satu bulatan, palet blok di sebelah kanan langsung melompat ke kategori tersebut.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Selektor Kategori Blok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EBE"/>
                </a:solidFill>
                <a:latin typeface="Arial"/>
              </a:rPr>
              <a:t>KATEGORI BLOK  ·  BAGIAN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Warna = identitas fungsi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840480" cy="329184"/>
          </a:xfrm>
          <a:prstGeom prst="roundRect">
            <a:avLst>
              <a:gd name="adj" fmla="val 6000"/>
            </a:avLst>
          </a:prstGeom>
          <a:solidFill>
            <a:srgbClr val="FFE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8C1A"/>
                </a:solidFill>
                <a:latin typeface="Arial"/>
              </a:rPr>
              <a:t>Konsep utama modul 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8521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Ratusan blok dikelompokkan jadi 9 kategori berwarna agar tidak membingungkan.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828800"/>
            <a:ext cx="4876495" cy="1815084"/>
          </a:xfrm>
          <a:prstGeom prst="roundRect">
            <a:avLst>
              <a:gd name="adj" fmla="val 6000"/>
            </a:avLst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67728" y="1984248"/>
            <a:ext cx="4474159" cy="15041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Siswa yang hafal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warna bekerja jauh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lebih cepat: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mengenali jenis blok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dari JAUH tanpa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membaca tulisannya.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440680"/>
            <a:ext cx="1063721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Latih pengenalan warna lewat permainan cepat, bukan hafalan daftar. Guru menyebut kebutuhan, siswa menyebut warna.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Selektor Kategori Blok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EBE"/>
                </a:solidFill>
                <a:latin typeface="Arial"/>
              </a:rPr>
              <a:t>KATEGORI BLOK  ·  BAGIAN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Kategori khusus: Motion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840480" cy="329184"/>
          </a:xfrm>
          <a:prstGeom prst="roundRect">
            <a:avLst>
              <a:gd name="adj" fmla="val 6000"/>
            </a:avLst>
          </a:prstGeom>
          <a:solidFill>
            <a:srgbClr val="FFE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8C1A"/>
                </a:solidFill>
                <a:latin typeface="Arial"/>
              </a:rPr>
              <a:t>Hanya untuk Sprite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9441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Kategori Motion akan KOSONG bila yang dipilih adalah Stage.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1063721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Panggung tidak bisa bergerak, jadi tidak punya blok gerak. Jelaskan sekali di awal agar siswa tidak mengira editornya rusak.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Selektor Kategori Blok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EBE"/>
                </a:solidFill>
                <a:latin typeface="Arial"/>
              </a:rPr>
              <a:t>KATEGORI BLOK  ·  BAGIAN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Tombol Add Extension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840480" cy="329184"/>
          </a:xfrm>
          <a:prstGeom prst="roundRect">
            <a:avLst>
              <a:gd name="adj" fmla="val 6000"/>
            </a:avLst>
          </a:prstGeom>
          <a:solidFill>
            <a:srgbClr val="FFE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8C1A"/>
                </a:solidFill>
                <a:latin typeface="Arial"/>
              </a:rPr>
              <a:t>Menambah kategori blok baru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9441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Membuka pustaka ekstensi — kategori blok tambahan yang tidak aktif secara bawaan.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RINCIAN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Music — not, drum, tempo (membuat alat musik)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Pen — menggambar dan stamp (seni geometris)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Text to Speech — sprite berbicara dengan suara (butuh internet)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Translate — menerjemahkan teks (butuh internet)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Video Sensing / Face Sensing — mendeteksi gerakan &amp; wajah lewat kamera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1063721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Ekstensi yang dipilih muncul sebagai kategori baru di bawah My Blocks dan IKUT TERSIMPAN di dalam berkas proyek — tidak perlu dipasang ulang tiap kali.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Selektor Kategori Blok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EBE"/>
                </a:solidFill>
                <a:latin typeface="Arial"/>
              </a:rPr>
              <a:t>KATEGORI BLOK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Sembilan Kategori Blok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4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5106"/>
                <a:gridCol w="1553218"/>
                <a:gridCol w="4437766"/>
                <a:gridCol w="3328324"/>
              </a:tblGrid>
              <a:tr h="39776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Kategori</a:t>
                      </a:r>
                    </a:p>
                  </a:txBody>
                  <a:tcPr marL="109728" marR="109728" anchor="ctr">
                    <a:solidFill>
                      <a:srgbClr val="FF8C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Warna</a:t>
                      </a:r>
                    </a:p>
                  </a:txBody>
                  <a:tcPr marL="109728" marR="109728" anchor="ctr">
                    <a:solidFill>
                      <a:srgbClr val="FF8C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Pertanyaan yang dijawab</a:t>
                      </a:r>
                    </a:p>
                  </a:txBody>
                  <a:tcPr marL="109728" marR="109728" anchor="ctr">
                    <a:solidFill>
                      <a:srgbClr val="FF8C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Contoh blok</a:t>
                      </a:r>
                    </a:p>
                  </a:txBody>
                  <a:tcPr marL="109728" marR="109728" anchor="ctr">
                    <a:solidFill>
                      <a:srgbClr val="FF8C1A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Motion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Biru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Bergerak ke mana?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move (10) steps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Looks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Ungu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Terlihat bagaimana?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say [Halo!]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Sound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Merah muda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Berbunyi apa?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start sound (Meow)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Events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Kuning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Kapan mulai?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when green flag clicked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Control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Oranye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Berapa kali? Kalau begini bagaimana?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repeat (10), if ... then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Sensing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Biru muda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Ada apa di sekitarku?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touching (mouse-pointer)?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Operators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Hijau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Berapa hasil hitungnya?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(1) + (2), pick random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Variables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Oranye tua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Simpan angka / teks di mana?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set (skor) to (0)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My Blocks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Merah muda tua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Bisakah aku buat perintah sendiri?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blok buatan siswa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Selektor Kategori Blok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EBE"/>
                </a:solidFill>
                <a:latin typeface="Arial"/>
              </a:rPr>
              <a:t>KATEGORI BLOK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Praktik di Kelas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1.  Permainan Tebak Warna: guru menyebut kebutuhan, siswa menyebut warna + kategori secepatnya.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2.  "Kucing berjalan maju" &gt; Biru, Motion.   "Kucing bilang halo" &gt; Ungu, Looks.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3.  "Mulai saat bendera diklik" &gt; Kuning, Events.   "Ulangi 10 kali" &gt; Oranye, Control.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4.  "Apakah menyentuh tepi?" &gt; Biru muda, Sensing.   "Simpan skor" &gt; Oranye tua, Variables.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5.  Aktivitas ekstensi: klik Add Extension &gt; pilih Music &gt; tarik blok play drum &gt; klik bloknya.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440680"/>
            <a:ext cx="11094415" cy="73152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559552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Alokasi 8 menit: 5 menit permainan warna, 3 menit ekstensi.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Selektor Kategori Blok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E5CC"/>
                </a:solidFill>
                <a:latin typeface="Arial"/>
              </a:rPr>
              <a:t>ANALOGI UNTUK SISWA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11094415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Selektor kategori itu seperti daftar rak di perpustakaan.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Kamu tidak perlu membongkar seluruh perpustakaan untuk mencari buku resep —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cukup pergi ke rak "Masakan".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Warna adalah papan nama raknya.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EBE"/>
                </a:solidFill>
                <a:latin typeface="Arial"/>
              </a:rPr>
              <a:t>KATEGORI BLOK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Kesalahan Umum di Kelas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3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2101"/>
                <a:gridCol w="3661156"/>
                <a:gridCol w="3661156"/>
              </a:tblGrid>
              <a:tr h="4114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Kesalahan</a:t>
                      </a:r>
                    </a:p>
                  </a:txBody>
                  <a:tcPr marL="109728" marR="109728" anchor="ctr">
                    <a:solidFill>
                      <a:srgbClr val="FF8C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Akibat</a:t>
                      </a:r>
                    </a:p>
                  </a:txBody>
                  <a:tcPr marL="109728" marR="109728" anchor="ctr">
                    <a:solidFill>
                      <a:srgbClr val="FF8C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Pencegahan</a:t>
                      </a:r>
                    </a:p>
                  </a:txBody>
                  <a:tcPr marL="109728" marR="109728" anchor="ctr">
                    <a:solidFill>
                      <a:srgbClr val="FF8C1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Menggulir palet mencari blok satu per satu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Boros waktu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Latih klik kategori, jangan menggulir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Mencari blok Motion saat Stage dipilih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Palet tampak kosong / aneh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Cek dulu: sprite atau Stage yang aktif?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Mengaktifkan banyak ekstensi sekaligus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Palet penuh &amp; membingungkan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Aktifkan hanya yang dipakai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Mengira ekstensi harus dipasang tiap kali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Kebingungan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Ekstensi ikut tersimpan di proyek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Selektor Kategori Blok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EBE"/>
                </a:solidFill>
                <a:latin typeface="Arial"/>
              </a:rPr>
              <a:t>KATEGORI BLOK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Cek Pemahaman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1.  Sebutkan warna kategori Control dan satu blok di dalamnya.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2.  Kamu ingin sprite berhenti bila menyentuh tepi. Kategori mana yang dibuka lebih dulu?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3.  Mengapa kategori Motion kosong ketika Stage dipilih?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4.  Di mana letak tombol untuk menambah ekstensi Music?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Selektor Kategori Blok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EBE"/>
                </a:solidFill>
                <a:latin typeface="Arial"/>
              </a:rPr>
              <a:t>KATEGORI BLOK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Kunci Jawaban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1.  Oranye; contoh: repeat, forever, if ... then, wait.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2.  Sensing (untuk touching edge?), lalu dipasang ke dalam blok Control if ... then.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3.  Karena Stage tidak bisa bergerak — panggung selalu diam.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4.  Tombol Add Extension di pojok kiri bawah editor.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Selektor Kategori Blok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4884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E5CC"/>
                </a:solidFill>
                <a:latin typeface="Arial"/>
              </a:rPr>
              <a:t>RANGKUMAN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109441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Warna blok adalah identitas fungsi — hafal warna, kerja jadi cepat.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Motion kosong di Stage karena panggung tidak bisa bergerak.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Ekstensi menambah kategori baru dan ikut tersimpan dalam proyek.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