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DDE3"/>
                </a:solidFill>
                <a:latin typeface="Arial"/>
              </a:rPr>
              <a:t>MODUL 9  ·  KOMPONEN EDITOR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Daftar Sprite &amp; Tombol Tambah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E8EB"/>
                </a:solidFill>
                <a:latin typeface="Arial"/>
              </a:rPr>
              <a:t>Letak: area di bawah Panel Info Sprite, berisi kartu bergambar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Daftar pemain dalam proyek — hanya satu yang bisa diarahkan pada satu waktu.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Estimasi 15 menit  ·  Jenjang SD kelas 5 - SMP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DAFTAR SPRITE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Tujuan Pembelajaran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Berpindah antar sprite dan memahami akibatnya pada area kode.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Menambah sprite dengan empat cara yang tersedia.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Menduplikasi, mengekspor, dan menghapus sprite.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Daftar Sprite &amp; Tombol Tambah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DAFTAR SPRITE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Letak di Layar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4415" cy="2263139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27048"/>
            <a:ext cx="10582351" cy="19522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+---------------------------------+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 +----------+                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 | [kucing] |  &lt;- ikon hapus 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 |  Sprite1 |  &lt;- kartu ini  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 +----------+     BERSOROT   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                  = aktif    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                             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                  ( tambah + )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+---------------------------------+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63339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000499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Aturan wajib sebelum menyusun blok: "Lihat dulu — sprite mana yang bersorot ungu?"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Daftar Sprite &amp; Tombol Tambah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DAFTAR SPRITE  ·  BAGIAN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Kartu Sprite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FF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680"/>
                </a:solidFill>
                <a:latin typeface="Arial"/>
              </a:rPr>
              <a:t>Satu kartu = satu pemain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Mewakili satu sprite; kartu yang bersorot ungu adalah sprite yang sedang aktif.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Gambar kostum — pratinjau tampilan sprite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Nama di bawah gambar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Sorotan ungu — menandai sprite aktif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Ikon tempat sampah — muncul saat kartu aktif, untuk menghapus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Melewatkan pengecekan sorotan ungu adalah PENYEBAB NOMOR SATU kebingungan siswa di kelas Scratch. Jadikan kebiasaan refleks.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Daftar Sprite &amp; Tombol Tambah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DAFTAR SPRITE  ·  BAGIAN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Klik kanan pada kartu sprite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FF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680"/>
                </a:solidFill>
                <a:latin typeface="Arial"/>
              </a:rPr>
              <a:t>Menu penghemat waktu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Menyalin, mengekspor, atau menghapus sprite.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duplicate — menyalin sprite BESERTA seluruh kode, kostum, dan suaranya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export — menyimpan sebagai berkas .sprite3 untuk proyek lain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delete — menghapus sprite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duplicate adalah penghemat waktu terbesar di kelas: buat satu musuh lengkap dengan kodenya, duplikat 4 kali, jadilah 5 musuh dalam 10 detik.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Daftar Sprite &amp; Tombol Tambah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DAFTAR SPRITE  ·  BAGIAN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Tombol Tambah Sprite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FF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680"/>
                </a:solidFill>
                <a:latin typeface="Arial"/>
              </a:rPr>
              <a:t>Arahkan kursor, muncul 4 pilihan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Menambahkan sprite baru ke proyek dengan empat cara berbeda.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4876495" cy="2889504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984248"/>
            <a:ext cx="4474159" cy="2578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Choose a Sprite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-&gt; pustaka Scratch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   (cara utama)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Paint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-&gt; gambar sendiri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Surprise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-&gt; acak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Upload Sprite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-&gt; dari komputer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Pustaka sprite bisa disaring per kategori (Animals, People, Fantasy, Sports, Food) dan dicari lewat kolom pencarian.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Daftar Sprite &amp; Tombol Tambah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DAFTAR SPRITE  ·  BAGIAN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Menghapus &amp; menyusun urutan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FF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680"/>
                </a:solidFill>
                <a:latin typeface="Arial"/>
              </a:rPr>
              <a:t>Perapian daftar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Menghapus sprite lewat ikon tempat sampah, dan menyeret kartu untuk mengurutkan.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Salah hapus? Edit &gt; Restore (hanya yang TERAKHIR dihapus)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Menyeret kartu hanya mengatur urutan di DAFTAR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Untuk mengatur siapa di depan/belakang DI PANGGUNG, pakai blok go to [front]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Bedakan dua hal ini dengan jelas: urutan di daftar sprite tidak sama dengan urutan lapisan di panggung.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Daftar Sprite &amp; Tombol Tambah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DAFTAR SPRITE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Praktik di Kelas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Tambah sprite kedua lewat Choose a Sprite (mis. Bear).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Ganti nama: Sprite1 &gt; Kucing, sprite baru &gt; Beruang.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Di Kucing susun: when green flag clicked &gt; say [Halo Beruang!] for (2) seconds.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Di Beruang susun: when green flag clicked &gt; wait (2) seconds &gt; say [Halo Kucing!] for (2) seconds.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5.  Jalankan. Diskusi: mengapa Beruang perlu blok wait? Lalu coba duplicate dan Surprise.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595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Alokasi 10 menit. Latihan ini sekaligus memperkenalkan konsep sinkronisasi.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Daftar Sprite &amp; Tombol Tambah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DDE3"/>
                </a:solidFill>
                <a:latin typeface="Arial"/>
              </a:rPr>
              <a:t>ANALOGI UNTUK SISWA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94415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Daftar Sprite adalah daftar pemain dalam sebuah drama.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Sutradara (kamu) hanya bisa memberi arahan pada satu pemain dalam satu waktu 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yaitu pemain yang sedang kamu tunjuk (bersorot ungu).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Kalau salah menunjuk, arahanmu masuk ke pemain yang keliru.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DAFTAR SPRITE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Kesalahan Umum di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3661156"/>
                <a:gridCol w="3661156"/>
              </a:tblGrid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Kesalahan</a:t>
                      </a:r>
                    </a:p>
                  </a:txBody>
                  <a:tcPr marL="109728" marR="109728" anchor="ctr">
                    <a:solidFill>
                      <a:srgbClr val="FF66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Akibat</a:t>
                      </a:r>
                    </a:p>
                  </a:txBody>
                  <a:tcPr marL="109728" marR="109728" anchor="ctr">
                    <a:solidFill>
                      <a:srgbClr val="FF66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Pencegahan</a:t>
                      </a:r>
                    </a:p>
                  </a:txBody>
                  <a:tcPr marL="109728" marR="109728" anchor="ctr">
                    <a:solidFill>
                      <a:srgbClr val="FF6680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Menyusun kode di sprite yang salah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Sprite target tidak bereaksi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Cek sorotan ungu — jadikan kebiasaan refleks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Menyalin blok satu-satu ke sprite lain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Boros waktu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Ajarkan duplicate dan Backpack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Menghapus sprite tanpa sengaja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Kerja hilang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Ajarkan Edit &gt; Restore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Membiarkan nama Sprite1 / Sprite2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Dropdown blok membingungkan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Wajib ganti nama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Menambah puluhan sprite lewat Surprise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Proyek berat &amp; berantakan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Batasi 3-4 sprite di awal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Daftar Sprite &amp; Tombol Tambah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DAFTAR SPRITE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Cek Pemahaman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Bagaimana cara mengetahui sprite mana yang sedang aktif?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Sebutkan empat cara menambah sprite.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Apa yang ikut tersalin saat kamu memakai duplicate pada sebuah sprite?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Kamu ingin memakai sprite buatanmu di proyek lain, tanpa internet. Fitur apa yang dipakai?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Daftar Sprite &amp; Tombol Tambah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DAFTAR SPRITE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Kunci Jawaban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1.  Kartunya bersorot / berlatar ungu di daftar sprite.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2.  Choose a Sprite (pustaka), Paint (gambar sendiri), Surprise (acak), Upload Sprite (dari komputer).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3.  Seluruh kode/script, semua kostum, dan semua suaranya.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4.  Klik kanan sprite &gt; export menjadi berkas .sprite3, lalu di proyek lain gunakan Upload Sprite.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Daftar Sprite &amp; Tombol Tambah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DDE3"/>
                </a:solidFill>
                <a:latin typeface="Arial"/>
              </a:rP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Selalu cek sprite mana yang bersorot ungu SEBELUM menyusun blok.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duplicate menyalin sprite beserta seluruh kode, kostum, dan suaranya.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Urutan kartu di daftar berbeda dari urutan lapisan di panggung.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