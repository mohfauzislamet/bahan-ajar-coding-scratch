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DDFF"/>
                </a:solidFill>
                <a:latin typeface="Arial"/>
              </a:rPr>
              <a:t>MODUL 6  ·  KOMPONEN EDITOR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Panggung (Stage)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FE8FF"/>
                </a:solidFill>
                <a:latin typeface="Arial"/>
              </a:rPr>
              <a:t>Letak: kotak putih besar di kanan atas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Layar tempat proyek berjalan — 480 x 360 piksel, dengan bidang Cartesius sungguhan.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Estimasi 20 menit  ·  Jenjang SD kelas 5 - SMP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PANGGUNG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Tujuan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Menyebutkan ukuran panggung dan rentang koordinatnya.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Membaca posisi sprite dalam bentuk pasangan (x, y).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Memindahkan sprite ke koordinat tertentu dengan blok go to x: y:.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Menjelaskan mengapa sprite tidak bisa hilang total dari panggung.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Panggung (Stage)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PANGGUNG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Letak di Layar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2696972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27048"/>
            <a:ext cx="10582351" cy="23860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                 y = +180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                    ^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                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                    |         [kucing]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    x = -240 -------+---------------- x = +240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                    |   (0,0)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                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                    v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                 y = -180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              480 x 360 piksel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97172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3433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Ini bidang Cartesius yang PERSIS SAMA dengan pelajaran Matematika — manfaatkan kaitannya.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Panggung (Stage)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PANGGUNG  ·  BAGIAN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Ukuran dan koordinat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966FF"/>
                </a:solidFill>
                <a:latin typeface="Arial"/>
              </a:rPr>
              <a:t>Angka yang wajib dihafal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Panggung berukuran tetap dan memakai koordinat Cartesius dengan pusat di tengah.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Ukuran 480 x 360 piksel (rasio 4:3)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Titik pusat (0, 0) tepat di tengah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Sumbu X mendatar: -240 (kiri) sampai +240 (kanan)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Sumbu Y tegak: -180 (bawah) sampai +180 (atas)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Berbeda dari aplikasi lain yang menaruh (0,0) di pojok kiri atas. Tekankan: di Scratch pusatnya di TENGAH, dan Y positif berarti NAIK.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Panggung (Stage)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PANGGUNG  ·  BAGIAN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Titik penting untuk dihafal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966FF"/>
                </a:solidFill>
                <a:latin typeface="Arial"/>
              </a:rPr>
              <a:t>Lima koordinat kunci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Menghafal lima titik ini membuat siswa cepat menempatkan sprite.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267462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23637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Tengah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(0, 0)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Kiri atas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(-240, 180)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Kanan atas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(240, 180)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Kiri bawah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(-240, -180)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Kanan bawah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(240, -180)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Panggung (Stage)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PANGGUNG  ·  BAGIAN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Aturan sprite tidak bisa kabur (fencing)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966FF"/>
                </a:solidFill>
                <a:latin typeface="Arial"/>
              </a:rPr>
              <a:t>Bukan bug, memang dirancang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Scratch selalu menjaga minimal 15 piksel bagian sprite tetap terlihat di panggung.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2029968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go to x: (9999)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y: (9999)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-&gt; sprite BERHENTI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 menempel di pojok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-&gt; tidak hilang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 selamanya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Ini menjelaskan keluhan siswa "kok kucingnya nyangkut di pinggir?" — memang dirancang begitu supaya sprite tidak bisa hilang.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Panggung (Stage)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PANGGUNG  ·  BAGIAN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Yang TIDAK bisa dilakukan Panggung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966FF"/>
                </a:solidFill>
                <a:latin typeface="Arial"/>
              </a:rPr>
              <a:t>Beda mendasar dari sprite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Panggung adalah latar, bukan tokoh — jadi banyak blok tidak berlaku untuknya.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Tidak bisa bergerak / memakai blok Motion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Tidak bisa say atau think (tidak punya balon bicara)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Tidak bisa diklon (hanya ada satu panggung)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Tidak bisa diganti nama (selalu "Stage")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Tidak bisa berpindah lapisan (selalu paling belakang)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Yang BISA: mengganti backdrop, memainkan suara, efek grafis, ask ... and wait, variabel, dan menerima broadcast.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Panggung (Stage)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PANGGUNG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Hubungan Lintas Mata Pelajaran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1673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Mata pelajaran</a:t>
                      </a:r>
                    </a:p>
                  </a:txBody>
                  <a:tcPr marL="109728" marR="109728" anchor="ctr"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Kaitan dengan panggung Scratch</a:t>
                      </a:r>
                    </a:p>
                  </a:txBody>
                  <a:tcPr marL="109728" marR="109728" anchor="ctr">
                    <a:solidFill>
                      <a:srgbClr val="9966FF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Matematika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Bidang Cartesius, bilangan bulat positif-negatif, kuadran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Seni Budaya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Komposisi dan tata letak visual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IPA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Simulasi gerak lurus, pantulan, dan gravitasi (dengan variabel kecepatan)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Panggung (Stage)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PANGGUNG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Praktik di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Centang x position dan y position. Seret kucing; siswa membacakan angkanya.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Guru menyebut posisi ("pojok kanan atas"), siswa menebak angkanya sebelum menyeret.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Berburu harta karun: go to x: (-200) y: (150), lalu (0,0), lalu (200,-150).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Uji batas: go to x: (9999) y: (9999). Amati kucing berhenti di pojok, tidak hilang.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5.  Diskusikan aturan fencing: mengapa Scratch tidak membiarkan sprite hilang?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95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Alokasi 12 menit. Latihan 1 dan 2 adalah inti pemahaman koordinat.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Panggung (Stage)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DDFF"/>
                </a:solidFill>
                <a:latin typeface="Arial"/>
              </a:rPr>
              <a:t>ANALOGI UNTUK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Panggung adalah panggung teater sungguhan.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Ukurannya tetap dan tidak bisa dilebarkan.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Aktor boleh berlari ke mana saja, tapi selalu ada bagian tubuhnya yang terlihat penonton.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Koordinat adalah alamat kursi di panggung itu.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PANGGUNG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Akibat</a:t>
                      </a:r>
                    </a:p>
                  </a:txBody>
                  <a:tcPr marL="109728" marR="109728" anchor="ctr"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Pencegahan</a:t>
                      </a:r>
                    </a:p>
                  </a:txBody>
                  <a:tcPr marL="109728" marR="109728" anchor="ctr">
                    <a:solidFill>
                      <a:srgbClr val="996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Mengira (0,0) di pojok kiri atas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Salah menghitung posisi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Tekankan pusat = (0,0)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Lupa Y naik ke atas bernilai positif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bergerak terbalik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Latih menyeret sprite sambil membaca monitor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Menaruh sprite di luar rentang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"nyangkut" di tepi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Jelaskan aturan fencing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Mencari blok Motion untuk Stage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Palet kosong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Panggung tidak bisa bergerak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Panggung (Stage)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PANGGUNG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Berapa ukuran panggung Scratch dalam piksel?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Sebutkan koordinat pojok kiri bawah panggung.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Apa yang terjadi bila sprite diperintah go to x: 500 y: 500?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Sebutkan dua hal yang tidak bisa dilakukan Stage tetapi bisa dilakukan sprite.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Panggung (Stage)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PANGGUNG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1.  480 x 360 piksel.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2.  (-240, -180).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3.  Sprite berhenti menempel di pojok kanan atas; Scratch menjaga minimal 15 px tetap terlihat (fencing).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4.  Antara lain: bergerak (blok Motion), berbicara (say/think), diklon, berganti lapisan, diganti nama.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Panggung (Stage)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DDFF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Panggung 480 x 360, pusat (0,0), Y positif berarti NAIK.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Sprite tidak bisa hilang total — minimal 15 piksel selalu terlihat.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Stage adalah latar, bukan tokoh: tidak bergerak, tidak bicara, tidak bisa diklon.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