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BEDF5"/>
                </a:solidFill>
                <a:latin typeface="Arial"/>
              </a:rPr>
              <a:t>MODUL 5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Area Kode (Scripts Area)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6F3F8"/>
                </a:solidFill>
                <a:latin typeface="Arial"/>
              </a:rPr>
              <a:t>Letak: kanvas abu-abu bertitik besar di tengah 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Meja kerja tempat blok dirangkai menjadi script.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20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Merangkai blok menjadi script yang berjalan.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Memakai klik kanan untuk Duplicate, Add Comment, Delete, dan Clean up blocks.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Mengatur zoom agar kode nyaman dibaca.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Menjalankan script dengan mengklik langsung tumpukan blok.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2480055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2169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+-------------------------------------------+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. . . . . . . . . . . . . . . . . . .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+----------------+ . . . . . . . . . .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| when green     | . . . . . . . . . .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|   flag clicked | . . . . . . . . . .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+----------------+ . . . . . . . . . .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| move (10) steps| . . . . . . . . . .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+----------------+ . . . . . . . . . .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. . . . . . . . . . . . . . . (+)(-)(=)  |  &lt;- tombol zoom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+-------------------------------------------+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80255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17415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Area kode SANGAT LUAS dan bisa digulir ke segala arah — terasa penuh bukan masalah.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Menyambung dan melepas blok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CB1D6"/>
                </a:solidFill>
                <a:latin typeface="Arial"/>
              </a:rPr>
              <a:t>Keterampilan motorik dasar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Blok menempel bila ditarik cukup dekat sampai muncul bayangan putih.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Menyambung — tarik mendekat sampai muncul BAYANGAN PUTIH, lalu lepas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Melepas tumpukan — tarik blok, SEMUA blok di bawahnya ikut terbawa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Mengambil satu blok saja — lepas dulu blok di bawahnya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Menghapus — tarik kembali ke palet, atau klik kanan &gt; Delete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Cara menguji blok benar-benar menempel: tarik blok teratas. Bila blok di bawahnya tidak ikut, berarti belum menempel.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Menjalankan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CB1D6"/>
                </a:solidFill>
                <a:latin typeface="Arial"/>
              </a:rPr>
              <a:t>Dua cara menjalankan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Script bisa dijalankan langsung dengan mengkliknya, atau lewat bendera hijau.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24485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9339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KLIK tumpukan blok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berjalan seketika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ada garis KUNING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menyala saat aktif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Klik bendera hijau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-&gt; semua script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ber-hat block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Events berjalan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Script berkilau kuning saat berjalan — manfaatkan ini agar siswa bisa "melihat" programnya bekerja, bukan sekadar menebak.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Klik kanan pada area kosong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CB1D6"/>
                </a:solidFill>
                <a:latin typeface="Arial"/>
              </a:rPr>
              <a:t>Menu penyelamat &amp; perapi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Membuka menu untuk membatalkan, merapikan, dan memberi catatan.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Undo — batalkan tindakan terakhir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Redo — ulangi tindakan yang dibatalkan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Clean up blocks — MERAPIKAN semua script jadi tersusun rapi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Add Comment — menambah catatan kuning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Delete (N) Blocks — menghapus SELURUH blok di area kode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Delete (N) Blocks bisa menghapus semua kerja siswa. Ajarkan Ctrl+Z / Undo segera setelah memperkenalkan menu ini.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Klik kanan pada sebuah blok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CB1D6"/>
                </a:solidFill>
                <a:latin typeface="Arial"/>
              </a:rPr>
              <a:t>Menu per-blok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Menyalin, memberi catatan, atau menghapus satu blok.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Duplicate — menyalin blok BESERTA blok di bawahnya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Add Comment — menempelkan catatan pada blok itu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Delete Block — menghapus blok tersebut saja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  ·  BAGIAN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Komentar (Comment)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CB1D6"/>
                </a:solidFill>
                <a:latin typeface="Arial"/>
              </a:rPr>
              <a:t>Catatan untuk manusia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Kotak kuning berisi penjelasan; TIDAK memengaruhi jalannya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1385316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0744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when green flag clicked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&lt;- "Awal permainan"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set (skor) to (0)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&lt;- "Skor mulai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   dari nol"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Ini versi Scratch dari // di JavaScript atau # di Python — kebiasaan baik yang akan sangat berguna saat siswa pindah ke bahasa teks.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  ·  BAGIAN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Tombol Zoom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E8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CB1D6"/>
                </a:solidFill>
                <a:latin typeface="Arial"/>
              </a:rPr>
              <a:t>Pojok kanan bawah area kode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Memperbesar / memperkecil tampilan blok. Tidak mengubah program.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(+) perbesar — dipakai saat memproyeksikan ke layar kelas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(-) perkecil — untuk melihat script panjang secara utuh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(=) kembalikan ke ukuran 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Tegaskan: zoom hanya mengubah TAMPILAN KODE, tidak mengubah ukuran sprite maupun jalannya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Susun: when green flag clicked &gt; move (100) steps &gt; say [Halo!] for (2) seconds. Jalankan.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Klik kanan pada move (100) steps &gt; Duplicate &gt; pasang di bawahnya. Jalankan, bandingkan.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Klik kanan area kosong &gt; Add Comment &gt; tulis "Ini program pertamaku". Lalu Clean up blocks.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Buat script KEDUA yang terpisah: when green flag clicked &gt; turn right (15) degrees.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Diskusi: apakah dua script bisa berjalan bersamaan? (Jawab: bisa — inilah paralelisme.)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12 menit untuk empat latihan.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BEDF5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Area kode adalah meja tempat menyusun puzzle.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Palet adalah kotak kepingannya.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Puzzle hanya bisa disusun di meja,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dan kepingan hanya menempel kalau bentuknya cocok.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5CB1D6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Blok menumpuk tapi tidak menempel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Hanya blok teratas yang jalan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Cari bayangan putih; uji dengan menarik blok teratas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Menekan Delete (N) Blocks tanpa sengaja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Seluruh kode hilang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Ajarkan Ctrl+Z / Undo segera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Membuat script tanpa hat block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Script tidak jalan saat bendera diklik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Setiap script diawali blok kuning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Script menumpuk berantakan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Sulit dibaca &amp; dinilai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Biasakan Clean up blocks sebelum mengumpulkan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zoom mengubah ukuran sprite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Salah paham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Zoom hanya tampilan kode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Bagaimana cara tahu dua blok benar-benar sudah menempel?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Apa fungsi Clean up blocks?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Apakah komentar kuning memengaruhi jalannya program?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Kamu punya 3 script terpisah yang semuanya diawali when green flag clicked. Berapa yang berjalan?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1E9F3"/>
                </a:solidFill>
                <a:latin typeface="Arial"/>
              </a:rPr>
              <a:t>AREA KODE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Saat menarik blok teratas, blok di bawahnya ikut terbawa. Saat menyambung juga muncul bayangan putih.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Merapikan seluruh script agar tersusun rapi dari atas ke bawah.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Tidak. Komentar hanya catatan untuk manusia.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Ketiganya berjalan bersamaan (paralel).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Area Kode (Scripts Area)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B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BEDF5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Blok hanya menempel bila muncul bayangan putih — uji dengan menarik blok teratas.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Clean up blocks sebelum mengumpulkan tugas; komentar untuk menjelaskan maksud.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Banyak script bisa berjalan bersamaan — inilah paralelisme.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