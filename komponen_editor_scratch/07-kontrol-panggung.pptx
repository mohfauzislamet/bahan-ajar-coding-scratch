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F0D9"/>
                </a:solidFill>
                <a:latin typeface="Arial"/>
              </a:rPr>
              <a:t>MODUL 7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Kontrol Panggung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4F5E5"/>
                </a:solidFill>
                <a:latin typeface="Arial"/>
              </a:rPr>
              <a:t>Letak: baris tombol tepat di atas panggung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Bendera hijau, Stop, ukuran tampilan, dan layar penuh.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10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Menjalankan dan menghentikan proyek dengan benar.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Membedakan menjalankan proyek (bendera hijau) dan menjalankan satu script (klik blok).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Mengatur ukuran tampilan panggung sesuai kebutuhan kerja.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Menampilkan proyek dalam mode layar penuh saat presentasi.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961643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65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[ bendera ]   [ stop ]                    [ ][ ][ ]   [ layar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hijau                                  tata letak &amp;   penuh ]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                                      ukuran panggung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1843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9003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Ikon tombol tata letak berubah antar pembaruan Scratch — arahkan kursor untuk melihat keterangannya.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Bendera Hijau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5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CBF56"/>
                </a:solidFill>
                <a:latin typeface="Arial"/>
              </a:rPr>
              <a:t>Tombol MULAI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Menjalankan SEMUA script yang diawali blok when green flag clicked, di semua sprite.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Bukan tombol ajaib — hanya memicu script yang punya blok kuning itu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Bisa memicu banyak script sekaligus (paralelisme)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Shift + klik = mengaktifkan Turbo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Bila siswa berkata "tidak terjadi apa-apa", periksa dulu: apakah scriptnya sudah diawali blok when green flag clicked?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Tombol Stop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5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CBF56"/>
                </a:solidFill>
                <a:latin typeface="Arial"/>
              </a:rPr>
              <a:t>Segi delapan merah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Menghentikan seluruh script yang sedang berjalan, sama seperti blok stop (all).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24485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9339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Kapan dipakai: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proyek "kesurupan"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karena forever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kucing berputar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tanpa henti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tekan 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Ajarkan sebagai TOMBOL DARURAT. Biasakan menekannya setelah menguji proyek yang memakai forever.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Tombol tata letak &amp; ukuran panggung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5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CBF56"/>
                </a:solidFill>
                <a:latin typeface="Arial"/>
              </a:rPr>
              <a:t>Hanya mengubah TAMPILAN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Mengatur seberapa besar panggung ditampilkan di editor.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Panggung kecil — area kode melebar, dipakai saat banyak menyusun blok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Panggung normal / besar — dipakai saat menguji tampilan permainan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Fokus panggung — panggung dominan, area kode dipersempit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Yang berubah HANYA ukuran tampilan di editor. Ukuran panggung sesungguhnya tetap 480x360 piksel dan koordinat sprite tidak berubah sama sekali.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Layar Penuh (Full Screen)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5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CBF56"/>
                </a:solidFill>
                <a:latin typeface="Arial"/>
              </a:rPr>
              <a:t>Mode presentasi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Panggung memenuhi seluruh layar; palet dan area kode disembunyikan.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Presentasi karya di depan kelas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Menguji permainan seperti pemain sungguhan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Pameran / gelar karya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Keluar dari mode ini dengan menekan tombol Esc atau mengklik ikon keluar. Ajarkan ini agar siswa tidak panik.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Susun: when green flag clicked &gt; forever &gt; move (5) steps + if on edge, bounce. Jalankan.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Tekan Stop untuk menghentikan. Diskusikan mengapa forever perlu tombol stop.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Hapus blok when green flag clicked, lalu klik bendera hijau lagi. Diskusi: mengapa diam?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Coba tiap tombol ukuran panggung, amati area kode melebar / menyempit.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Masuk layar penuh, jalankan, lalu tekan Esc.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6 menit.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F0D9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Bendera hijau adalah peluit wasit.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Semua pemain yang sudah bersiap langsung bergerak;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pemain yang tidak mendengar peluit tetap diam saja.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Tombol stop adalah peluit panjang tanda pertandingan usai.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4CBF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4CBF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4CBF56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Bendera hijau ditekan, script tanpa hat block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"Tidak terjadi apa-apa"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Setiap script diawali blok kuning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Turbo Mode aktif karena Shift terpencet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berjalan super cepat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Cek menu Edit, matikan Turbo Mode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mengecilkan panggung mengecilkan sprite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Salah paham koordinat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Hanya tampilan yang berubah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Tidak tahu cara keluar layar penuh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Siswa panik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Ajarkan tombol Esc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tombol stop saat memakai forever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Komputer terasa lambat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Biasakan menekan stop setelah menguji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Kamu klik bendera hijau tapi tidak terjadi apa pun. Sebutkan penyebab paling mungkin.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Apa yang terjadi bila kamu menekan Shift + klik bendera hijau?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Apakah mengecilkan tampilan panggung mengubah nilai koordinat sprite?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Bagaimana cara keluar dari mode layar penuh?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DCF"/>
                </a:solidFill>
                <a:latin typeface="Arial"/>
              </a:rPr>
              <a:t>KONTROL PANGGUNG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Script belum diawali blok when green flag clicked (tidak ada hat block Events).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Turbo Mode aktif — proyek berjalan jauh lebih cepat.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Tidak. Panggung tetap 480x360 dan koordinat tidak berubah; hanya ukuran tampilannya di editor.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Tekan tombol Esc atau klik ikon keluar layar penuh.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Kontrol Panggung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B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7F0D9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Bendera hijau hanya memicu script yang punya blok when green flag clicked.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Tombol Stop adalah tombol darurat — wajib dipakai saat menguji forever.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Mengubah ukuran tampilan panggung TIDAK mengubah koordinat sprite.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