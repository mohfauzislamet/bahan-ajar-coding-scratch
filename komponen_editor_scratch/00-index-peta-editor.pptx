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40280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DBF5"/>
                </a:solidFill>
                <a:latin typeface="Arial"/>
              </a:rPr>
              <a:t>BAHAN AJAR INFORMATIKA  ·  SD-SMP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Komponen Editor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DE8F9"/>
                </a:solidFill>
                <a:latin typeface="Arial"/>
              </a:rPr>
              <a:t>11 komponen antarmuka  ·  total 165 menit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PETA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Denah Layar Editor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4800599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27048"/>
            <a:ext cx="10582351" cy="44897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+===================================================================================+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(1) MENU BAR                                                                    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[Logo] Settings | File | Edit | [Untitled-2] | See Project Page | Tutorials | ...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+===================================================================================+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(2) TAB          |                          | (7) KONTROL PANGGUNG              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[Code][Costumes] |                          |  bendera hijau  stop   [ukuran]   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[Sounds]         |                          +-------------------------------------+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+--------+---------+                          |                                   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(3)    | (4)     |   (5) AREA KODE          |   (6) PANGGUNG (STAGE)            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KATEGO-| PALET   |       (Scripts Area)     |       480 x 360 piksel            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RI BLOK| BLOK    |                          |                                   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Motion | move 10 |   &lt;- tempat merangkai    |          [ kucing ]               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Looks  | turn 15 |      blok                |                                   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Sound  | go to   |                          +------------------+------------------+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Events | ...     |                          | (8) INFO SPRITE  | (10) PANEL STAGE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Control|         |                          | Sprite  x  y     |    Backdrops   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Sensing|         |                          | Show Size Direct.|        1       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Operat.|         |                    (+)(-)+------------------+                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Variab.|         |               (zoom kode)| (9) DAFTAR SPRITE|   [tambah +]   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MyBlock|         |                          |   [ Sprite1 ]    |                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(+)Ekst|         |                          |      [tambah +]  |                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+========+=========+==========================+==================+==================+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| (11) BACKPACK                                                                     |</a:t>
            </a:r>
          </a:p>
          <a:p>
            <a:pPr algn="l">
              <a:lnSpc>
                <a:spcPts val="1472"/>
              </a:lnSpc>
              <a:spcBef>
                <a:spcPts val="0"/>
              </a:spcBef>
              <a:spcAft>
                <a:spcPts val="0"/>
              </a:spcAft>
            </a:pPr>
            <a:r>
              <a:rPr sz="1207" b="0" i="0">
                <a:solidFill>
                  <a:srgbClr val="1F2433"/>
                </a:solidFill>
                <a:latin typeface="Courier New"/>
              </a:rPr>
              <a:t>  +===================================================================================+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Index Komponen Editor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DAFTAR DEK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Sebelas Modul Komponen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4745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329"/>
                <a:gridCol w="7322313"/>
                <a:gridCol w="2440771"/>
              </a:tblGrid>
              <a:tr h="39547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Komponen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Waktu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MODUL 1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Menu Bar (Baris Menu Atas)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20 menit  ·  Jenjang SD kelas 5 - SMP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MODUL 2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Tab Code / Costumes / Sounds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10 menit  ·  Jenjang SD kelas 5 - SMP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MODUL 3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Selektor Kategori Blok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15 menit  ·  Jenjang SD kelas 5 - SMP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MODUL 4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Palet Blok (Block Palette)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15 menit  ·  Jenjang SD kelas 5 - SMP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MODUL 5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Area Kode (Scripts Area)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20 menit  ·  Jenjang SD kelas 5 - SMP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MODUL 6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Panggung (Stage)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20 menit  ·  Jenjang SD kelas 5 - SMP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MODUL 7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Kontrol Panggung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10 menit  ·  Jenjang SD kelas 5 - SMP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MODUL 8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Panel Info Sprite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20 menit  ·  Jenjang SD kelas 5 - SMP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MODUL 9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Daftar Sprite &amp; Tombol Tambah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15 menit  ·  Jenjang SD kelas 5 - SMP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MODUL 10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Panel Stage &amp; Backdrop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10 menit  ·  Jenjang SD kelas 5 - SMP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9547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MODUL 11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Backpack (Tas Ransel)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10 menit  ·  Jenjang SD kelas 6 - SMP (lanjutan)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Index Komponen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PANDUAN GURU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Urutan Mengajar yang Disarankan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1673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329"/>
                <a:gridCol w="6434760"/>
                <a:gridCol w="3328324"/>
              </a:tblGrid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Pertemuan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Modul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Alasan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(6) Panggung &gt; (9) Daftar Sprite &gt; (3) Kategori &gt; (4) Palet &gt; (5) Area Kode &gt; (7) Bendera Hijau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Siswa langsung melihat hasil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(8) Info Sprite &gt; (2) Tab Costumes/Sounds &gt; (10) Backdrop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Mempercantik &amp; menganimasikan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(1) Menu Bar &gt; (11) Backpack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Menyimpan, berbagi, mengelola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Index Komponen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PANDUAN GURU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Kosakata Inti untuk Ditempel di Dinding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324"/>
                <a:gridCol w="7766090"/>
              </a:tblGrid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Istilah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Arti sederhana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Sprite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Tokoh / objek yang bisa diperintah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Stage / Panggung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Layar tempat sprite tampil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Backdrop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Latar belakang panggung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Costume / Kostum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Tampilan alternatif sprite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Blok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Satu potong perintah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Script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Rangkaian blok yang tersambung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Palet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Rak tempat semua blok tersedia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Area Kode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Meja kerja tempat blok dirangkai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Bendera Hijau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Tombol mulai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Index Komponen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PANDUAN GURU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Catatan Versi Editor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1673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4992486"/>
                <a:gridCol w="3883045"/>
              </a:tblGrid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Elemen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Keterangan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109728" marR="109728" anchor="ctr">
                    <a:solidFill>
                      <a:srgbClr val="855CD6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Menu Settings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Menggantikan ikon globe bahasa pada versi lama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Belum ada di Scratch Wiki — cek langsung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Tombol Debug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Debugging Help — menampilkan tips mencari kesalahan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Ditambahkan 16 Desember 2024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Scratch Desktop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Versi offline: tanpa Backpack dan tanpa cloud variable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2433"/>
                          </a:solidFill>
                          <a:latin typeface="Arial"/>
                        </a:rPr>
                        <a:t>Dua elemen di atas bisa berbeda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Index Komponen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CD1F3"/>
                </a:solidFill>
                <a:latin typeface="Arial"/>
              </a:rPr>
              <a:t>PANDUAN GURU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Cara Memakai Materi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Jangan diajarkan berurutan nomor 1-11 sekaligus — nomor itu urutan TATA LETAK LAYAR, bukan urutan mengajar.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Pertemuan 1: Panggung &gt; Daftar Sprite &gt; Kategori &gt; Palet &gt; Area Kode &gt; Bendera Hijau.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Pertemuan 2: Info Sprite &gt; Tab Costumes/Sounds &gt; Backdrop.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Pertemuan 3: Menu Bar &gt; Backpack.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5.  Setiap modul berstruktur sama: Tujuan &gt; Penjelasan &gt; Rincian &gt; Praktik &gt; Analogi &gt; Kesalahan Umum &gt; Cek Pemahaman.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95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Alasan urutan ini: siswa sudah bisa membuat kucing bergerak di menit ke-15 pertemuan pertama.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Index Komponen Editor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5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4DBF5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Ajarkan dari yang paling terlihat hasilnya oleh siswa, bukan dari kiri ke kanan layar.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Tiga pertemuan cukup untuk seluruh 11 komponen antarmuka.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Tempelkan kosakata inti di dinding kelas sejak pertemuan pertama.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