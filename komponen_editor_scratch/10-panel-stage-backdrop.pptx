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0"/>
          </a:xfrm>
          <a:prstGeom prst="rect">
            <a:avLst/>
          </a:prstGeom>
          <a:solidFill>
            <a:srgbClr val="FFA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ECCC"/>
                </a:solidFill>
                <a:latin typeface="Arial"/>
              </a:rPr>
              <a:t>MODUL 10  ·  KOMPONEN EDITOR SCRATCH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Arial"/>
              </a:rPr>
              <a:t>Panel Stage &amp; Backdrop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8892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2DC"/>
                </a:solidFill>
                <a:latin typeface="Arial"/>
              </a:rPr>
              <a:t>Letak: kolom sempit di kanan Daftar Sprite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61772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Panggung sebagai objek yang bisa dipilih dan diberi kode.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44068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Estimasi 10 menit  ·  Jenjang SD kelas 5 - SMP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A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E7BE"/>
                </a:solidFill>
                <a:latin typeface="Arial"/>
              </a:rPr>
              <a:t>PANEL STAGE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Tujuan Pembelajaran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94415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1.  Membedakan Stage dari sprite.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2.  Menambah dan mengganti backdrop.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3.  Menjelaskan beda backdrop dan costume.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4.  Memberi kode pada Stage dan tahu batasannya.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Panel Stage &amp; Backdrop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A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E7BE"/>
                </a:solidFill>
                <a:latin typeface="Arial"/>
              </a:rPr>
              <a:t>PANEL STAGE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Letak di Layar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11094415" cy="2480055"/>
          </a:xfrm>
          <a:prstGeom prst="roundRect">
            <a:avLst>
              <a:gd name="adj" fmla="val 6000"/>
            </a:avLst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527048"/>
            <a:ext cx="10582351" cy="21691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Courier New"/>
              </a:rPr>
              <a:t>   +----------------+</a:t>
            </a:r>
          </a:p>
          <a:p>
            <a:pPr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Courier New"/>
              </a:rPr>
              <a:t>   |     Stage      |</a:t>
            </a:r>
          </a:p>
          <a:p>
            <a:pPr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Courier New"/>
              </a:rPr>
              <a:t>   |  +----------+  |</a:t>
            </a:r>
          </a:p>
          <a:p>
            <a:pPr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Courier New"/>
              </a:rPr>
              <a:t>   |  |  (putih) |  |  &lt;- pratinjau backdrop</a:t>
            </a:r>
          </a:p>
          <a:p>
            <a:pPr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Courier New"/>
              </a:rPr>
              <a:t>   |  +----------+  |</a:t>
            </a:r>
          </a:p>
          <a:p>
            <a:pPr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Courier New"/>
              </a:rPr>
              <a:t>   |   Backdrops    |</a:t>
            </a:r>
          </a:p>
          <a:p>
            <a:pPr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Courier New"/>
              </a:rPr>
              <a:t>   |       1        |  &lt;- jumlah backdrop</a:t>
            </a:r>
          </a:p>
          <a:p>
            <a:pPr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Courier New"/>
              </a:rPr>
              <a:t>   |                |</a:t>
            </a:r>
          </a:p>
          <a:p>
            <a:pPr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Courier New"/>
              </a:rPr>
              <a:t>   |   ( tambah + ) |  &lt;- tombol tambah backdrop</a:t>
            </a:r>
          </a:p>
          <a:p>
            <a:pPr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Courier New"/>
              </a:rPr>
              <a:t>   +----------------+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080255"/>
            <a:ext cx="11094415" cy="731520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217415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Klik panel ini, maka tab Code, Backdrops, dan Sounds menampilkan milik STAGE, bukan sprite.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Panel Stage &amp; Backdrop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A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E7BE"/>
                </a:solidFill>
                <a:latin typeface="Arial"/>
              </a:rPr>
              <a:t>PANEL STAGE  ·  BAGIAN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Backdrop vs Costume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840480" cy="329184"/>
          </a:xfrm>
          <a:prstGeom prst="roundRect">
            <a:avLst>
              <a:gd name="adj" fmla="val 6000"/>
            </a:avLst>
          </a:prstGeom>
          <a:solidFill>
            <a:srgbClr val="FFF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AB19"/>
                </a:solidFill>
                <a:latin typeface="Arial"/>
              </a:rPr>
              <a:t>Beda yang sering tertukar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585216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1F2433"/>
                </a:solidFill>
                <a:latin typeface="Arial"/>
              </a:rPr>
              <a:t>Backdrop adalah latar milik Stage; costume adalah tampilan milik sprite.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828800"/>
            <a:ext cx="4876495" cy="2459736"/>
          </a:xfrm>
          <a:prstGeom prst="roundRect">
            <a:avLst>
              <a:gd name="adj" fmla="val 6000"/>
            </a:avLst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67728" y="1984248"/>
            <a:ext cx="4474159" cy="2148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BACKDROP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  milik Stage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  ukuran ideal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  480 x 360 px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  switch backdrop to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 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COSTUME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  milik Sprite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  ukuran bebas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  switch costume to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440680"/>
            <a:ext cx="1063721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Keduanya sama-sama wajib minimal satu. Proyek baru selalu punya 1 backdrop putih polos, terlihat dari angka "Backdrops: 1".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Panel Stage &amp; Backdrop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A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E7BE"/>
                </a:solidFill>
                <a:latin typeface="Arial"/>
              </a:rPr>
              <a:t>PANEL STAGE  ·  BAGIAN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Tombol Tambah Backdrop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840480" cy="329184"/>
          </a:xfrm>
          <a:prstGeom prst="roundRect">
            <a:avLst>
              <a:gd name="adj" fmla="val 6000"/>
            </a:avLst>
          </a:prstGeom>
          <a:solidFill>
            <a:srgbClr val="FFF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AB19"/>
                </a:solidFill>
                <a:latin typeface="Arial"/>
              </a:rPr>
              <a:t>Empat pilihan, sama seperti sprite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1094415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1F2433"/>
                </a:solidFill>
                <a:latin typeface="Arial"/>
              </a:rPr>
              <a:t>Menambahkan latar baru ke panggung.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RINCIAN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•  Choose a Backdrop — pustaka (Outdoors, Indoors, Space, Sports, Underwater, Music)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•  Paint — gambar latar sendiri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•  Surprise — latar acak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•  Upload Backdrop — unggah gambar dari komputer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029200"/>
            <a:ext cx="11094415" cy="1143000"/>
          </a:xfrm>
          <a:prstGeom prst="roundRect">
            <a:avLst>
              <a:gd name="adj" fmla="val 6000"/>
            </a:avLst>
          </a:prstGeom>
          <a:solidFill>
            <a:srgbClr val="FF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166360"/>
            <a:ext cx="10637215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B3261E"/>
                </a:solidFill>
                <a:latin typeface="Arial"/>
              </a:rPr>
              <a:t>PERHATIAN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Perhatikan: tombol tambah SPRITE dan tombol tambah BACKDROP letaknya berdekatan tetapi berbeda. Salah tombol membuat latar menjadi sprite yang bisa bergerak.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Panel Stage &amp; Backdrop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A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E7BE"/>
                </a:solidFill>
                <a:latin typeface="Arial"/>
              </a:rPr>
              <a:t>PANEL STAGE  ·  BAGIAN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Kode pada Stage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840480" cy="329184"/>
          </a:xfrm>
          <a:prstGeom prst="roundRect">
            <a:avLst>
              <a:gd name="adj" fmla="val 6000"/>
            </a:avLst>
          </a:prstGeom>
          <a:solidFill>
            <a:srgbClr val="FFF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AB19"/>
                </a:solidFill>
                <a:latin typeface="Arial"/>
              </a:rPr>
              <a:t>Boleh, tetapi terbatas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1094415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1F2433"/>
                </a:solidFill>
                <a:latin typeface="Arial"/>
              </a:rPr>
              <a:t>Stage boleh punya script, dengan sejumlah batasan.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RINCIAN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•  BISA: ganti backdrop, mainkan suara &amp; musik latar, efek grafis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•  BISA: ask ... and wait, variabel, broadcast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•  TIDAK BISA: blok Motion, say / think, diklon, ganti lapisan, ganti nama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029200"/>
            <a:ext cx="11094415" cy="1143000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166360"/>
            <a:ext cx="10637215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Praktik terbaik: taruh script "pengatur permainan" di Stage — musik latar, pergantian level, reset skor. Stage mengurus dunia, sprite mengurus dirinya sendiri.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Panel Stage &amp; Backdrop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A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E7BE"/>
                </a:solidFill>
                <a:latin typeface="Arial"/>
              </a:rPr>
              <a:t>PANEL STAGE  ·  BAGIAN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Backdrop sebagai penanda level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840480" cy="329184"/>
          </a:xfrm>
          <a:prstGeom prst="roundRect">
            <a:avLst>
              <a:gd name="adj" fmla="val 6000"/>
            </a:avLst>
          </a:prstGeom>
          <a:solidFill>
            <a:srgbClr val="FFF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AB19"/>
                </a:solidFill>
                <a:latin typeface="Arial"/>
              </a:rPr>
              <a:t>Teknik membuat permainan berlevel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585216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1F2433"/>
                </a:solidFill>
                <a:latin typeface="Arial"/>
              </a:rPr>
              <a:t>Blok when backdrop switches to () membuat sprite bereaksi otomatis saat latar berganti.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828800"/>
            <a:ext cx="4876495" cy="2674620"/>
          </a:xfrm>
          <a:prstGeom prst="roundRect">
            <a:avLst>
              <a:gd name="adj" fmla="val 6000"/>
            </a:avLst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67728" y="1984248"/>
            <a:ext cx="4474159" cy="23637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[di Stage]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when green flag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  clicked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switch backdrop to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  (Level1)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 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[di Sprite Musuh]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when backdrop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  switches to (Level2)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go to x:(200) y:(0)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show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440680"/>
            <a:ext cx="1063721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Cara termudah membuat permainan berlevel atau cerita berbabak tanpa perlu mengatur banyak broadcast.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Panel Stage &amp; Backdrop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A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E7BE"/>
                </a:solidFill>
                <a:latin typeface="Arial"/>
              </a:rPr>
              <a:t>PANEL STAGE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Praktik di Kelas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94415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1.  Klik panel Stage &gt; amati tab berubah menjadi Backdrops.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2.  Klik Choose a Backdrop &gt; pilih Blue Sky. Amati angka Backdrops menjadi 2.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3.  Tambahkan satu backdrop lagi, mis. Underwater.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4.  Pilih Stage, susun: when green flag clicked &gt; forever &gt; next backdrop + wait (1) seconds.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5.  Diskusi: buka tab Code saat Stage dipilih, klik kategori Motion. Mengapa kosong?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5440680"/>
            <a:ext cx="11094415" cy="731520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559552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Alokasi 7 menit.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Panel Stage &amp; Backdrop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A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ECCC"/>
                </a:solidFill>
                <a:latin typeface="Arial"/>
              </a:rPr>
              <a:t>ANALOGI UNTUK SISWA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11094415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0"/>
              </a:spcAft>
            </a:pPr>
            <a:r>
              <a:rPr sz="2400" b="0" i="0">
                <a:solidFill>
                  <a:srgbClr val="FFFFFF"/>
                </a:solidFill>
                <a:latin typeface="Arial"/>
              </a:rPr>
              <a:t>Kalau sprite adalah aktor,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0"/>
              </a:spcAft>
            </a:pPr>
            <a:r>
              <a:rPr sz="2400" b="0" i="0">
                <a:solidFill>
                  <a:srgbClr val="FFFFFF"/>
                </a:solidFill>
                <a:latin typeface="Arial"/>
              </a:rPr>
              <a:t>maka Stage adalah panggung dan layar latarnya.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0"/>
              </a:spcAft>
            </a:pPr>
            <a:r>
              <a:rPr sz="2400" b="0" i="0">
                <a:solidFill>
                  <a:srgbClr val="FFFFFF"/>
                </a:solidFill>
                <a:latin typeface="Arial"/>
              </a:rPr>
              <a:t>Layar latar bisa diganti (hutan, laut, luar angkasa),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0"/>
              </a:spcAft>
            </a:pPr>
            <a:r>
              <a:rPr sz="2400" b="0" i="0">
                <a:solidFill>
                  <a:srgbClr val="FFFFFF"/>
                </a:solidFill>
                <a:latin typeface="Arial"/>
              </a:rPr>
              <a:t>tapi panggungnya sendiri tidak pernah ikut berjalan ke mana-mana.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A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E7BE"/>
                </a:solidFill>
                <a:latin typeface="Arial"/>
              </a:rPr>
              <a:t>PANEL STAGE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Kesalahan Umum di Kelas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94413" cy="2441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2101"/>
                <a:gridCol w="3661156"/>
                <a:gridCol w="3661156"/>
              </a:tblGrid>
              <a:tr h="40690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Kesalahan</a:t>
                      </a:r>
                    </a:p>
                  </a:txBody>
                  <a:tcPr marL="109728" marR="109728" anchor="ctr">
                    <a:solidFill>
                      <a:srgbClr val="FFAB1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Akibat</a:t>
                      </a:r>
                    </a:p>
                  </a:txBody>
                  <a:tcPr marL="109728" marR="109728" anchor="ctr">
                    <a:solidFill>
                      <a:srgbClr val="FFAB1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Pencegahan</a:t>
                      </a:r>
                    </a:p>
                  </a:txBody>
                  <a:tcPr marL="109728" marR="109728" anchor="ctr">
                    <a:solidFill>
                      <a:srgbClr val="FFAB19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Menambah backdrop lewat tombol SPRITE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Latar jadi sprite yang bisa bergerak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Tunjukkan dua tombol berbeda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Mencari blok Motion di Stage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Palet kosong, siswa bingung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Stage tidak bisa bergerak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Backdrop tidak berukuran 480x360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Gambar terpotong atau ada bagian kosong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Pakai pustaka, atau sesuaikan di Paint Editor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Menyusun kode di Stage padahal untuk sprite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Kode tidak berjalan sesuai harapan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Cek panel mana yang bersorot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Mengunggah foto besar sebagai backdrop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Proyek berat (batas 10 MB per aset)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Kecilkan gambar sebelum diunggah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Panel Stage &amp; Backdrop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A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E7BE"/>
                </a:solidFill>
                <a:latin typeface="Arial"/>
              </a:rPr>
              <a:t>PANEL STAGE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Cek Pemahaman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94415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1.  Apa beda backdrop dan costume?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2.  Berapa ukuran ideal gambar backdrop?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3.  Sebutkan dua hal yang bisa dilakukan Stage dan dua hal yang tidak bisa.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4.  Blok apa yang membuat sprite bereaksi otomatis saat latar berganti?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Panel Stage &amp; Backdrop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A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E7BE"/>
                </a:solidFill>
                <a:latin typeface="Arial"/>
              </a:rPr>
              <a:t>PANEL STAGE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Kunci Jawaban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94415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 i="0">
                <a:solidFill>
                  <a:srgbClr val="1F2433"/>
                </a:solidFill>
                <a:latin typeface="Arial"/>
              </a:rPr>
              <a:t>1.  Backdrop = latar belakang milik Stage; costume = tampilan milik sprite.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 i="0">
                <a:solidFill>
                  <a:srgbClr val="1F2433"/>
                </a:solidFill>
                <a:latin typeface="Arial"/>
              </a:rPr>
              <a:t>2.  480 x 360 piksel.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 i="0">
                <a:solidFill>
                  <a:srgbClr val="1F2433"/>
                </a:solidFill>
                <a:latin typeface="Arial"/>
              </a:rPr>
              <a:t>3.  Bisa: ganti backdrop, mainkan suara, efek grafis, ask and wait, variabel, broadcast. Tidak bisa: bergerak, say/think, diklon, ganti lapisan, ganti nama.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 i="0">
                <a:solidFill>
                  <a:srgbClr val="1F2433"/>
                </a:solidFill>
                <a:latin typeface="Arial"/>
              </a:rPr>
              <a:t>4.  when backdrop switches to () di kategori Events.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Panel Stage &amp; Backdrop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A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4884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ECCC"/>
                </a:solidFill>
                <a:latin typeface="Arial"/>
              </a:rPr>
              <a:t>RANGKUMAN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0"/>
            <a:ext cx="11094415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</a:pPr>
            <a:r>
              <a:rPr sz="1900" b="0" i="0">
                <a:solidFill>
                  <a:srgbClr val="FFFFFF"/>
                </a:solidFill>
                <a:latin typeface="Arial"/>
              </a:rPr>
              <a:t>•  Backdrop milik Stage; costume milik Sprite. Ukuran ideal backdrop 480 x 360.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</a:pPr>
            <a:r>
              <a:rPr sz="1900" b="0" i="0">
                <a:solidFill>
                  <a:srgbClr val="FFFFFF"/>
                </a:solidFill>
                <a:latin typeface="Arial"/>
              </a:rPr>
              <a:t>•  Stage boleh punya kode, tapi tidak bisa bergerak dan tidak bisa bicara.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</a:pPr>
            <a:r>
              <a:rPr sz="1900" b="0" i="0">
                <a:solidFill>
                  <a:srgbClr val="FFFFFF"/>
                </a:solidFill>
                <a:latin typeface="Arial"/>
              </a:rPr>
              <a:t>•  when backdrop switches to () adalah cara termudah membuat permainan berlevel.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