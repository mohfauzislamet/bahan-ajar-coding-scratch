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4DCF4"/>
                </a:solidFill>
                <a:latin typeface="Arial"/>
              </a:rPr>
              <a:t>MODUL 8  ·  KOMPONEN EDITOR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Panel Info Sprite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7889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7E7F7"/>
                </a:solidFill>
                <a:latin typeface="Arial"/>
              </a:rPr>
              <a:t>Letak: kotak putih tepat di bawah panggung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6177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Kartu identitas sprite — semua angkanya hidup dan bisa diubah langsung.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26B7A"/>
                </a:solidFill>
                <a:latin typeface="Arial"/>
              </a:rPr>
              <a:t>Estimasi 20 menit  ·  Jenjang SD kelas 5 - SMP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INFO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Tujuan Pembelajaran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Menyebutkan arti keenam properti sprite.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Mengubah properti langsung dari panel dan mengamati akibatnya di panggung.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Menjelaskan hubungan antara panel ini dengan blok yang setara.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Memakai panel ini sebagai alat debugging.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Info Sprite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INFO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Letak di Layar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94415" cy="1178559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27048"/>
            <a:ext cx="10582351" cy="8676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+--------------------------------------------------------------+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Sprite [ Sprite1 ]      x [ 0 ]        y [ 0 ]          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|  Show   [eye] [eye/]     Size [ 100 ]   Direction [ 90 ]      |</a:t>
            </a:r>
          </a:p>
          <a:p>
            <a:pPr algn="l">
              <a:lnSpc>
                <a:spcPts val="1707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433"/>
                </a:solidFill>
                <a:latin typeface="Courier New"/>
              </a:rPr>
              <a:t>   +--------------------------------------------------------------+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78759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915919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Setiap properti di panel ini punya BLOK yang setara. Panel = atur dengan tangan, blok = atur lewat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Info Sprite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INFO SPRITE  ·  BAGIAN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Nama Sprite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63CF"/>
                </a:solidFill>
                <a:latin typeface="Arial"/>
              </a:rPr>
              <a:t>Properti 1 dari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Klik dan ketik untuk mengganti nama sprite.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2459736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Ganti: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Sprite1 -&gt; Kucing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Sprite2 -&gt; Bola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Sprite3 -&gt; Musuh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Nama ini muncul di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dropdown blok lain: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touching (Bola)?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create clone of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  (Peluru)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Proyek dengan nama Sprite1, Sprite2, Sprite3 mustahil dipahami saat sudah besar. Jadikan mengganti nama sebagai aturan kelas.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Info Sprite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INFO SPRITE  ·  BAGIAN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Koordinat x dan 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63CF"/>
                </a:solidFill>
                <a:latin typeface="Arial"/>
              </a:rPr>
              <a:t>Properti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Menunjukkan sekaligus mengatur posisi sprite. Ketik angka, sprite langsung pindah.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x: -240 sampai 240 (mendatar)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y: -180 sampai 180 (tegak)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Blok setara: set x to (), set y to (), (x position), (y position)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Angkanya BERUBAH SENDIRI saat sprite digerakkan program atau diseret mouse — inilah cara termudah mengajarkan koordinat.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Info Sprite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INFO SPRITE  ·  BAGIAN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Show (tampil / sembunyi)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63CF"/>
                </a:solidFill>
                <a:latin typeface="Arial"/>
              </a:rPr>
              <a:t>Properti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Menentukan sprite terlihat atau tersembunyi. Blok setara: show dan hide.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828800"/>
            <a:ext cx="4876495" cy="2244852"/>
          </a:xfrm>
          <a:prstGeom prst="roundRect">
            <a:avLst>
              <a:gd name="adj" fmla="val 600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67728" y="1984248"/>
            <a:ext cx="4474159" cy="19339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Script reset wajib: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when green flag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clicked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show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go to x:(0) y:(0)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set size to (100)%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point in direction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1F2433"/>
                </a:solidFill>
                <a:latin typeface="Courier New"/>
              </a:rPr>
              <a:t>  (90)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029200"/>
            <a:ext cx="11094415" cy="114300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66360"/>
            <a:ext cx="1063721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Sprite yang disembunyikan TETAP ADA dan kodenya tetap berjalan — hanya tidak terlihat. Jebakan klasik: siswa memakai hide lalu sprite "hilang" di sesi berikutnya.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Info Sprite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INFO SPRITE  ·  BAGIAN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Size (ukuran)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63CF"/>
                </a:solidFill>
                <a:latin typeface="Arial"/>
              </a:rPr>
              <a:t>Properti 5 — dalam persen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Mengatur ukuran sprite dalam persen dari ukuran kostum aslinya.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100 = ukuran asli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50 = setengah ukuran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200 = dua kali ukuran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Blok setara: set size to ()%, change size by (), (size)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Batas maksimal bergantung ukuran kostum. Bila sprite tiba-tiba tak terlihat, periksa apakah nilai Size-nya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Info Sprite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INFO SPRITE  ·  BAGIAN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Direction (arah hadap)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840480" cy="329184"/>
          </a:xfrm>
          <a:prstGeom prst="roundRect">
            <a:avLst>
              <a:gd name="adj" fmla="val 6000"/>
            </a:avLst>
          </a:prstGeom>
          <a:solidFill>
            <a:srgbClr val="F8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F63CF"/>
                </a:solidFill>
                <a:latin typeface="Arial"/>
              </a:rPr>
              <a:t>Properti 6 — dalam derajat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FUNGSI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Mengatur arah hadap sprite. Klik kolomnya untuk memunculkan piringan pemutar.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626B7A"/>
                </a:solidFill>
                <a:latin typeface="Arial"/>
              </a:rPr>
              <a:t>RINCIAN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90 = kanan (bawaan)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0 = atas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180 = bawah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•  -90 = kiri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B26A00"/>
                </a:solidFill>
                <a:latin typeface="Arial"/>
              </a:rPr>
              <a:t>CATATAN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Di bawah piringan pemutar ada 3 pilihan GAYA ROTASI — inilah kunci menjawab keluhan "kucingnya jalan terbalik!"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Info Sprite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INFO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Tiga Gaya Rotasi (Rotation Style)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4" cy="1673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4992486"/>
                <a:gridCol w="3883045"/>
              </a:tblGrid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Gaya rotasi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Perilaku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Cocok untuk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All Around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Sprite ikut berputar penuh mengikuti arah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Roket, jarum jam, panah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Left / Right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Hanya menghadap kiri atau kanan, tidak pernah terbalik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TOKOH BERJALAN (paling sering dipakai)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183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Do not rotate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Tampilan tidak pernah berubah walau arah berubah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2433"/>
                          </a:solidFill>
                          <a:latin typeface="Arial"/>
                        </a:rPr>
                        <a:t>Ikon, tombol, latar bergerak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Info Sprite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INFO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Praktik di Kelas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Seret kucing di panggung. Amati kolom x dan y berubah. Lalu ketik x = -200, y = 100.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Ubah Size menjadi 50, lalu 200, lalu kembali 100.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Ubah Direction menjadi -90. Amati kucing terbalik (jungkir).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Klik Direction &gt; pilih gaya rotasi Left/Right &gt; amati kucing menghadap kiri dengan benar.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5.  Sembunyikan sprite lewat tombol mata, lalu tampilkan lagi. Diskusikan pentingnya script reset.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44068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559552"/>
            <a:ext cx="1063721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F2433"/>
                </a:solidFill>
                <a:latin typeface="Arial"/>
              </a:rPr>
              <a:t>Alokasi 12 menit. Latihan 3-4 adalah inti materi gaya rotasi.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Info Sprite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DCF4"/>
                </a:solidFill>
                <a:latin typeface="Arial"/>
              </a:rPr>
              <a:t>ANALOGI UNTUK SISWA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11094415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Panel ini adalah KTP sprite: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nama, alamat (x, y), tinggi badan (size), arah hadap (direction),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2400" b="0" i="0">
                <a:solidFill>
                  <a:srgbClr val="FFFFFF"/>
                </a:solidFill>
                <a:latin typeface="Arial"/>
              </a:rPr>
              <a:t>dan status "sedang terlihat atau bersembunyi".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INFO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Kesalahan Umum di Kelas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094413" cy="244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2101"/>
                <a:gridCol w="3661156"/>
                <a:gridCol w="3661156"/>
              </a:tblGrid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Kesalahan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Akibat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Pencegahan</a:t>
                      </a:r>
                    </a:p>
                  </a:txBody>
                  <a:tcPr marL="109728" marR="109728" anchor="ctr">
                    <a:solidFill>
                      <a:srgbClr val="CF63C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Membiarkan nama Sprite1, Sprite2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Proyek sulit dibaca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Wajib ganti nama sejak awal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jungkir balik saat bergerak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Tampilan aneh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Ubah gaya rotasi ke Left/Right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"hilang" karena pernah hide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Siswa mengira terhapus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Buat script reset di awal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Mengira ubahan di panel tersimpan sebagai program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Posisi berbeda saat dijalankan ulang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Panel = sementara, blok = permanen</a:t>
                      </a:r>
                    </a:p>
                  </a:txBody>
                  <a:tcPr marL="109728" marR="109728" marT="45720" marB="45720" anchor="ctr">
                    <a:solidFill>
                      <a:srgbClr val="F7F8FA"/>
                    </a:solidFill>
                  </a:tcPr>
                </a:tc>
              </a:tr>
              <a:tr h="40690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Size diketik 0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Sprite tak terlihat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2433"/>
                          </a:solidFill>
                          <a:latin typeface="Arial"/>
                        </a:rPr>
                        <a:t>Cek nilai Size bila sprite menghilang</a:t>
                      </a:r>
                    </a:p>
                  </a:txBody>
                  <a:tcPr marL="109728" marR="109728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Info Sprite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INFO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Cek Pemahaman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1.  Nilai Direction berapa yang membuat sprite menghadap ke atas?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2.  Sprite kamu berjalan terbalik saat ke kiri. Apa solusinya?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3.  Apa beda mengetik x = 100 di panel dengan memakai blok set x to (100)?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1F2433"/>
                </a:solidFill>
                <a:latin typeface="Arial"/>
              </a:rPr>
              <a:t>4.  Sprite tidak terlihat di panggung. Sebutkan tiga kemungkinan penyebabnya.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Info Sprite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1D3F1"/>
                </a:solidFill>
                <a:latin typeface="Arial"/>
              </a:rPr>
              <a:t>INFO SPRITE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"/>
            <a:ext cx="11094415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Kunci Jawaban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1.  0 derajat.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2.  Ubah gaya rotasi menjadi Left/Right, lewat panel Direction atau blok set rotation style.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3.  Panel = perubahan manual sekali saja; blok = perintah tersimpan dalam program dan berulang tiap dijalankan.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1F2433"/>
                </a:solidFill>
                <a:latin typeface="Arial"/>
              </a:rPr>
              <a:t>4.  Status Show sedang sembunyi / pernah kena hide; Size terlalu kecil (mis. 0); posisi di luar pandang atau tertutup sprite lain; efek Ghost 100.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Panel Info Sprite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>
                <a:solidFill>
                  <a:srgbClr val="626B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6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DCF4"/>
                </a:solidFill>
                <a:latin typeface="Arial"/>
              </a:rPr>
              <a:t>RANGKUMAN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Setiap properti di panel punya blok yang setara — panel manual, blok otomatis.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Gaya rotasi Left/Right menjawab keluhan "kucingnya jalan terbalik".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Arial"/>
              </a:rPr>
              <a:t>•  Sprite yang di-hide tetap menjalankan kodenya, hanya tidak terlihat.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